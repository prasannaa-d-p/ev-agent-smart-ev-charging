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presProps.xml" ContentType="application/vnd.openxmlformats-officedocument.presentationml.presProps+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914400" y="2126160"/>
            <a:ext cx="10362240" cy="494280"/>
          </a:xfrm>
          <a:prstGeom prst="rect">
            <a:avLst/>
          </a:prstGeom>
          <a:noFill/>
          <a:ln w="0">
            <a:noFill/>
          </a:ln>
        </p:spPr>
        <p:txBody>
          <a:bodyPr lIns="0" tIns="0" rIns="0" bIns="0" anchor="t">
            <a:spAutoFit/>
          </a:bodyPr>
          <a:lstStyle>
            <a:lvl1pPr indent="0" algn="l" defTabSz="914400">
              <a:lnSpc>
                <a:spcPct val="90000"/>
              </a:lnSpc>
              <a:buNone/>
              <a:tabLst>
                <a:tab pos="0" algn="l"/>
              </a:tabLst>
              <a:defRPr lang="en-IN" sz="3600" b="0" u="none" strike="noStrike">
                <a:solidFill>
                  <a:srgbClr val="000000"/>
                </a:solidFill>
                <a:effectLst/>
                <a:uFillTx/>
                <a:latin typeface="Calibri"/>
              </a:defRPr>
            </a:lvl1pPr>
          </a:lstStyle>
          <a:p>
            <a:pPr indent="0" algn="l" defTabSz="914400">
              <a:lnSpc>
                <a:spcPct val="90000"/>
              </a:lnSpc>
              <a:buNone/>
              <a:tabLst>
                <a:tab pos="0" algn="l"/>
              </a:tabLst>
            </a:pPr>
            <a:r>
              <a:rPr lang="en-IN" sz="3600" b="0" u="none" strike="noStrike">
                <a:solidFill>
                  <a:srgbClr val="000000"/>
                </a:solidFill>
                <a:effectLst/>
                <a:uFillTx/>
                <a:latin typeface="Calibri"/>
              </a:rPr>
              <a:t>Click to edit the title text format</a:t>
            </a:r>
            <a:endParaRPr lang="en-IN" sz="3600" b="0" u="none" strike="noStrike">
              <a:solidFill>
                <a:srgbClr val="000000"/>
              </a:solidFill>
              <a:effectLst/>
              <a:uFillTx/>
              <a:latin typeface="Calibri"/>
            </a:endParaRPr>
          </a:p>
        </p:txBody>
      </p:sp>
      <p:sp>
        <p:nvSpPr>
          <p:cNvPr id="3" name="PlaceHolder 2"/>
          <p:cNvSpPr>
            <a:spLocks noGrp="1"/>
          </p:cNvSpPr>
          <p:nvPr>
            <p:ph type="ftr" idx="1"/>
          </p:nvPr>
        </p:nvSpPr>
        <p:spPr>
          <a:xfrm>
            <a:off x="4145400" y="6378120"/>
            <a:ext cx="3900240" cy="34200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 name="PlaceHolder 3"/>
          <p:cNvSpPr>
            <a:spLocks noGrp="1"/>
          </p:cNvSpPr>
          <p:nvPr>
            <p:ph type="dt" idx="2"/>
          </p:nvPr>
        </p:nvSpPr>
        <p:spPr>
          <a:xfrm>
            <a:off x="609480" y="6378120"/>
            <a:ext cx="2802960" cy="342000"/>
          </a:xfrm>
          <a:prstGeom prst="rect">
            <a:avLst/>
          </a:prstGeom>
          <a:noFill/>
          <a:ln w="0">
            <a:noFill/>
          </a:ln>
        </p:spPr>
        <p:txBody>
          <a:bodyPr lIns="0" tIns="0" rIns="0" bIns="0" anchor="t">
            <a:noAutofit/>
          </a:bodyPr>
          <a:lstStyle>
            <a:lvl1pPr indent="0" algn="l" defTabSz="914400">
              <a:lnSpc>
                <a:spcPct val="100000"/>
              </a:lnSpc>
              <a:buNone/>
              <a:tabLst>
                <a:tab pos="0" algn="l"/>
              </a:tabLst>
              <a:defRPr lang="en-US" sz="1400" b="0" u="none" strike="noStrike">
                <a:solidFill>
                  <a:schemeClr val="dk1">
                    <a:tint val="75000"/>
                  </a:schemeClr>
                </a:solidFill>
                <a:effectLst/>
                <a:uFillTx/>
                <a:latin typeface="Times New Roman"/>
              </a:defRPr>
            </a:lvl1pPr>
          </a:lstStyle>
          <a:p>
            <a:pPr indent="0" algn="l" defTabSz="914400">
              <a:lnSpc>
                <a:spcPct val="100000"/>
              </a:lnSpc>
              <a:buNone/>
              <a:tabLst>
                <a:tab pos="0" algn="l"/>
              </a:tabLst>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778240" y="6378120"/>
            <a:ext cx="2802960" cy="342000"/>
          </a:xfrm>
          <a:prstGeom prst="rect">
            <a:avLst/>
          </a:prstGeom>
          <a:noFill/>
          <a:ln w="0">
            <a:noFill/>
          </a:ln>
        </p:spPr>
        <p:txBody>
          <a:bodyPr lIns="0" tIns="0" rIns="0" bIns="0" anchor="t">
            <a:noAutofit/>
          </a:bodyPr>
          <a:lstStyle>
            <a:lvl1pPr indent="0" algn="r" defTabSz="914400">
              <a:lnSpc>
                <a:spcPct val="100000"/>
              </a:lnSpc>
              <a:buNone/>
              <a:tabLst>
                <a:tab pos="0" algn="l"/>
              </a:tabLst>
              <a:defRPr lang="en-IN" sz="1400" b="0" u="none" strike="noStrike">
                <a:solidFill>
                  <a:schemeClr val="dk1">
                    <a:tint val="75000"/>
                  </a:schemeClr>
                </a:solidFill>
                <a:effectLst/>
                <a:uFillTx/>
                <a:latin typeface="Times New Roman"/>
              </a:defRPr>
            </a:lvl1pPr>
          </a:lstStyle>
          <a:p>
            <a:pPr indent="0" algn="r" defTabSz="914400">
              <a:lnSpc>
                <a:spcPct val="100000"/>
              </a:lnSpc>
              <a:buNone/>
              <a:tabLst>
                <a:tab pos="0" algn="l"/>
              </a:tabLst>
            </a:pPr>
            <a:fld id="{57CF9376-6F5B-4F21-8B87-13EB064610D2}" type="slidenum">
              <a:rPr lang="en-IN" sz="1400" b="0" u="none" strike="noStrike">
                <a:solidFill>
                  <a:schemeClr val="dk1">
                    <a:tint val="75000"/>
                  </a:schemeClr>
                </a:solidFill>
                <a:effectLst/>
                <a:uFillTx/>
                <a:latin typeface="Times New Roman"/>
              </a:rPr>
              <a:t>&lt;number&gt;</a:t>
            </a:fld>
            <a:endParaRPr lang="en-IN" sz="14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2513160" y="-23760"/>
            <a:ext cx="7164720" cy="1193400"/>
          </a:xfrm>
          <a:prstGeom prst="rect">
            <a:avLst/>
          </a:prstGeom>
          <a:noFill/>
          <a:ln w="0">
            <a:noFill/>
          </a:ln>
        </p:spPr>
        <p:txBody>
          <a:bodyPr lIns="0" tIns="0" rIns="0" bIns="0" anchor="t">
            <a:noAutofit/>
          </a:bodyPr>
          <a:lstStyle>
            <a:lvl1pPr indent="0" algn="l" defTabSz="914400">
              <a:lnSpc>
                <a:spcPct val="90000"/>
              </a:lnSpc>
              <a:buNone/>
              <a:tabLst>
                <a:tab pos="0" algn="l"/>
              </a:tabLst>
              <a:defRPr lang="en-IN" sz="3600" b="0" u="none" strike="noStrike">
                <a:solidFill>
                  <a:srgbClr val="000000"/>
                </a:solidFill>
                <a:effectLst/>
                <a:uFillTx/>
                <a:latin typeface="Calibri"/>
              </a:defRPr>
            </a:lvl1pPr>
          </a:lstStyle>
          <a:p>
            <a:pPr indent="0" algn="l" defTabSz="914400">
              <a:lnSpc>
                <a:spcPct val="90000"/>
              </a:lnSpc>
              <a:buNone/>
              <a:tabLst>
                <a:tab pos="0" algn="l"/>
              </a:tabLst>
            </a:pPr>
            <a:r>
              <a:rPr lang="en-IN" sz="3600" b="0" u="none" strike="noStrike">
                <a:solidFill>
                  <a:srgbClr val="000000"/>
                </a:solidFill>
                <a:effectLst/>
                <a:uFillTx/>
                <a:latin typeface="Calibri"/>
              </a:rPr>
              <a:t>Click to edit the title text format</a:t>
            </a:r>
            <a:endParaRPr lang="en-IN" sz="3600" b="0" u="none" strike="noStrike">
              <a:solidFill>
                <a:srgbClr val="000000"/>
              </a:solidFill>
              <a:effectLst/>
              <a:uFillTx/>
              <a:latin typeface="Calibri"/>
            </a:endParaRPr>
          </a:p>
        </p:txBody>
      </p:sp>
      <p:sp>
        <p:nvSpPr>
          <p:cNvPr id="7" name="PlaceHolder 2"/>
          <p:cNvSpPr>
            <a:spLocks noGrp="1"/>
          </p:cNvSpPr>
          <p:nvPr>
            <p:ph type="body"/>
          </p:nvPr>
        </p:nvSpPr>
        <p:spPr>
          <a:xfrm>
            <a:off x="1484280" y="1774440"/>
            <a:ext cx="9473040" cy="3288240"/>
          </a:xfrm>
          <a:prstGeom prst="rect">
            <a:avLst/>
          </a:prstGeom>
          <a:noFill/>
          <a:ln w="0">
            <a:noFill/>
          </a:ln>
        </p:spPr>
        <p:txBody>
          <a:bodyPr lIns="0" tIns="0" rIns="0" bIns="0" anchor="t">
            <a:noAutofit/>
          </a:bodyPr>
          <a:lstStyle>
            <a:lvl1pPr algn="l" defTabSz="914400">
              <a:lnSpc>
                <a:spcPct val="90000"/>
              </a:lnSpc>
              <a:spcBef>
                <a:spcPts val="1417"/>
              </a:spcBef>
              <a:buClr>
                <a:srgbClr val="000000"/>
              </a:buClr>
              <a:buSzPct val="45000"/>
              <a:buFont typeface="Wingdings" charset="2"/>
              <a:buChar char=""/>
              <a:defRPr lang="en-IN" sz="1800" b="0" u="none" strike="noStrike">
                <a:solidFill>
                  <a:srgbClr val="000000"/>
                </a:solidFill>
                <a:effectLst/>
                <a:uFillTx/>
                <a:latin typeface="Calibri"/>
              </a:defRPr>
            </a:lvl1pPr>
            <a:lvl2pPr lvl="1" algn="l" defTabSz="914400">
              <a:lnSpc>
                <a:spcPct val="90000"/>
              </a:lnSpc>
              <a:spcBef>
                <a:spcPts val="1134"/>
              </a:spcBef>
              <a:buClr>
                <a:srgbClr val="000000"/>
              </a:buClr>
              <a:buSzPct val="75000"/>
              <a:buFont typeface="Symbol" charset="2"/>
              <a:buChar char=""/>
              <a:defRPr lang="en-IN" sz="1800" b="0" u="none" strike="noStrike">
                <a:solidFill>
                  <a:srgbClr val="000000"/>
                </a:solidFill>
                <a:effectLst/>
                <a:uFillTx/>
                <a:latin typeface="Calibri"/>
              </a:defRPr>
            </a:lvl2pPr>
            <a:lvl3pPr lvl="2" algn="l" defTabSz="914400">
              <a:lnSpc>
                <a:spcPct val="90000"/>
              </a:lnSpc>
              <a:spcBef>
                <a:spcPts val="850"/>
              </a:spcBef>
              <a:buClr>
                <a:srgbClr val="000000"/>
              </a:buClr>
              <a:buSzPct val="45000"/>
              <a:buFont typeface="Wingdings" charset="2"/>
              <a:buChar char=""/>
              <a:defRPr lang="en-IN" sz="1800" b="0" u="none" strike="noStrike">
                <a:solidFill>
                  <a:srgbClr val="000000"/>
                </a:solidFill>
                <a:effectLst/>
                <a:uFillTx/>
                <a:latin typeface="Calibri"/>
              </a:defRPr>
            </a:lvl3pPr>
            <a:lvl4pPr lvl="3" algn="l" defTabSz="914400">
              <a:lnSpc>
                <a:spcPct val="90000"/>
              </a:lnSpc>
              <a:spcBef>
                <a:spcPts val="567"/>
              </a:spcBef>
              <a:buClr>
                <a:srgbClr val="000000"/>
              </a:buClr>
              <a:buSzPct val="75000"/>
              <a:buFont typeface="Symbol" charset="2"/>
              <a:buChar char=""/>
              <a:defRPr lang="en-IN" sz="1800" b="0" u="none" strike="noStrike">
                <a:solidFill>
                  <a:srgbClr val="000000"/>
                </a:solidFill>
                <a:effectLst/>
                <a:uFillTx/>
                <a:latin typeface="Calibri"/>
              </a:defRPr>
            </a:lvl4pPr>
            <a:lvl5pPr lvl="4" algn="l" defTabSz="914400">
              <a:lnSpc>
                <a:spcPct val="9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7pPr>
          </a:lstStyle>
          <a:p>
            <a:pPr marL="228600" indent="-324000" algn="l" defTabSz="914400">
              <a:lnSpc>
                <a:spcPct val="90000"/>
              </a:lnSpc>
              <a:spcBef>
                <a:spcPts val="1417"/>
              </a:spcBef>
              <a:buClr>
                <a:srgbClr val="000000"/>
              </a:buClr>
              <a:buSzPct val="45000"/>
              <a:buFont typeface="Wingdings" charset="2"/>
              <a:buChar char=""/>
            </a:pPr>
            <a:r>
              <a:rPr lang="en-IN" sz="1800" b="0" u="none" strike="noStrike">
                <a:solidFill>
                  <a:srgbClr val="000000"/>
                </a:solidFill>
                <a:effectLst/>
                <a:uFillTx/>
                <a:latin typeface="Calibri"/>
              </a:rPr>
              <a:t>Click to edit the outline text format</a:t>
            </a:r>
            <a:endParaRPr lang="en-IN" sz="1800" b="0" u="none" strike="noStrike">
              <a:solidFill>
                <a:srgbClr val="000000"/>
              </a:solidFill>
              <a:effectLst/>
              <a:uFillTx/>
              <a:latin typeface="Calibri"/>
            </a:endParaRPr>
          </a:p>
          <a:p>
            <a:pPr marL="457200" lvl="1" indent="-324000" algn="l" defTabSz="914400">
              <a:lnSpc>
                <a:spcPct val="90000"/>
              </a:lnSpc>
              <a:spcBef>
                <a:spcPts val="1134"/>
              </a:spcBef>
              <a:buClr>
                <a:srgbClr val="000000"/>
              </a:buClr>
              <a:buSzPct val="75000"/>
              <a:buFont typeface="Symbol" charset="2"/>
              <a:buChar char=""/>
            </a:pPr>
            <a:r>
              <a:rPr lang="en-IN" sz="1800" b="0" u="none" strike="noStrike">
                <a:solidFill>
                  <a:srgbClr val="000000"/>
                </a:solidFill>
                <a:effectLst/>
                <a:uFillTx/>
                <a:latin typeface="Calibri"/>
              </a:rPr>
              <a:t>Second Outline Level</a:t>
            </a:r>
            <a:endParaRPr lang="en-IN" sz="1800" b="0" u="none" strike="noStrike">
              <a:solidFill>
                <a:srgbClr val="000000"/>
              </a:solidFill>
              <a:effectLst/>
              <a:uFillTx/>
              <a:latin typeface="Calibri"/>
            </a:endParaRPr>
          </a:p>
          <a:p>
            <a:pPr marL="914400" lvl="2" indent="-288000" algn="l" defTabSz="914400">
              <a:lnSpc>
                <a:spcPct val="90000"/>
              </a:lnSpc>
              <a:spcBef>
                <a:spcPts val="850"/>
              </a:spcBef>
              <a:buClr>
                <a:srgbClr val="000000"/>
              </a:buClr>
              <a:buSzPct val="45000"/>
              <a:buFont typeface="Wingdings" charset="2"/>
              <a:buChar char=""/>
            </a:pPr>
            <a:r>
              <a:rPr lang="en-IN" sz="1800" b="0" u="none" strike="noStrike">
                <a:solidFill>
                  <a:srgbClr val="000000"/>
                </a:solidFill>
                <a:effectLst/>
                <a:uFillTx/>
                <a:latin typeface="Calibri"/>
              </a:rPr>
              <a:t>Third Outline Level</a:t>
            </a:r>
            <a:endParaRPr lang="en-IN" sz="1800" b="0" u="none" strike="noStrike">
              <a:solidFill>
                <a:srgbClr val="000000"/>
              </a:solidFill>
              <a:effectLst/>
              <a:uFillTx/>
              <a:latin typeface="Calibri"/>
            </a:endParaRPr>
          </a:p>
          <a:p>
            <a:pPr marL="1371600" lvl="3" indent="-216000" algn="l" defTabSz="914400">
              <a:lnSpc>
                <a:spcPct val="90000"/>
              </a:lnSpc>
              <a:spcBef>
                <a:spcPts val="567"/>
              </a:spcBef>
              <a:buClr>
                <a:srgbClr val="000000"/>
              </a:buClr>
              <a:buSzPct val="75000"/>
              <a:buFont typeface="Symbol" charset="2"/>
              <a:buChar char=""/>
            </a:pPr>
            <a:r>
              <a:rPr lang="en-IN" sz="1800" b="0" u="none" strike="noStrike">
                <a:solidFill>
                  <a:srgbClr val="000000"/>
                </a:solidFill>
                <a:effectLst/>
                <a:uFillTx/>
                <a:latin typeface="Calibri"/>
              </a:rPr>
              <a:t>Fourth Outline Level</a:t>
            </a:r>
            <a:endParaRPr lang="en-IN" sz="1800" b="0" u="none" strike="noStrike">
              <a:solidFill>
                <a:srgbClr val="000000"/>
              </a:solidFill>
              <a:effectLst/>
              <a:uFillTx/>
              <a:latin typeface="Calibri"/>
            </a:endParaRPr>
          </a:p>
          <a:p>
            <a:pPr marL="1828800" lvl="4" indent="-216000" algn="l" defTabSz="914400">
              <a:lnSpc>
                <a:spcPct val="9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Fifth Outline Level</a:t>
            </a:r>
            <a:endParaRPr lang="en-IN" sz="1800" b="0" u="none" strike="noStrike">
              <a:solidFill>
                <a:srgbClr val="000000"/>
              </a:solidFill>
              <a:effectLst/>
              <a:uFillTx/>
              <a:latin typeface="Calibri"/>
            </a:endParaRPr>
          </a:p>
          <a:p>
            <a:pPr marL="2286000" lvl="5" indent="-216000" algn="l" defTabSz="914400">
              <a:lnSpc>
                <a:spcPct val="9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Sixth Outline Level</a:t>
            </a:r>
            <a:endParaRPr lang="en-IN" sz="1800" b="0" u="none" strike="noStrike">
              <a:solidFill>
                <a:srgbClr val="000000"/>
              </a:solidFill>
              <a:effectLst/>
              <a:uFillTx/>
              <a:latin typeface="Calibri"/>
            </a:endParaRPr>
          </a:p>
          <a:p>
            <a:pPr marL="2743200" lvl="6" indent="-216000" algn="l" defTabSz="914400">
              <a:lnSpc>
                <a:spcPct val="9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Seventh Outline Level</a:t>
            </a:r>
            <a:endParaRPr lang="en-IN" sz="1800" b="0" u="none" strike="noStrike">
              <a:solidFill>
                <a:srgbClr val="000000"/>
              </a:solidFill>
              <a:effectLst/>
              <a:uFillTx/>
              <a:latin typeface="Calibri"/>
            </a:endParaRPr>
          </a:p>
        </p:txBody>
      </p:sp>
      <p:sp>
        <p:nvSpPr>
          <p:cNvPr id="8" name="PlaceHolder 3"/>
          <p:cNvSpPr>
            <a:spLocks noGrp="1"/>
          </p:cNvSpPr>
          <p:nvPr>
            <p:ph type="ftr" idx="4"/>
          </p:nvPr>
        </p:nvSpPr>
        <p:spPr>
          <a:xfrm>
            <a:off x="4145400" y="6378120"/>
            <a:ext cx="3900240" cy="34200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9" name="PlaceHolder 4"/>
          <p:cNvSpPr>
            <a:spLocks noGrp="1"/>
          </p:cNvSpPr>
          <p:nvPr>
            <p:ph type="dt" idx="5"/>
          </p:nvPr>
        </p:nvSpPr>
        <p:spPr>
          <a:xfrm>
            <a:off x="609480" y="6378120"/>
            <a:ext cx="2802960" cy="342000"/>
          </a:xfrm>
          <a:prstGeom prst="rect">
            <a:avLst/>
          </a:prstGeom>
          <a:noFill/>
          <a:ln w="0">
            <a:noFill/>
          </a:ln>
        </p:spPr>
        <p:txBody>
          <a:bodyPr lIns="0" tIns="0" rIns="0" bIns="0" anchor="t">
            <a:noAutofit/>
          </a:bodyPr>
          <a:lstStyle>
            <a:lvl1pPr indent="0" algn="l" defTabSz="914400">
              <a:lnSpc>
                <a:spcPct val="100000"/>
              </a:lnSpc>
              <a:buNone/>
              <a:tabLst>
                <a:tab pos="0" algn="l"/>
              </a:tabLst>
              <a:defRPr lang="en-US" sz="1400" b="0" u="none" strike="noStrike">
                <a:solidFill>
                  <a:schemeClr val="dk1">
                    <a:tint val="75000"/>
                  </a:schemeClr>
                </a:solidFill>
                <a:effectLst/>
                <a:uFillTx/>
                <a:latin typeface="Times New Roman"/>
              </a:defRPr>
            </a:lvl1pPr>
          </a:lstStyle>
          <a:p>
            <a:pPr indent="0" algn="l" defTabSz="914400">
              <a:lnSpc>
                <a:spcPct val="100000"/>
              </a:lnSpc>
              <a:buNone/>
              <a:tabLst>
                <a:tab pos="0" algn="l"/>
              </a:tabLst>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8778240" y="6378120"/>
            <a:ext cx="2802960" cy="342000"/>
          </a:xfrm>
          <a:prstGeom prst="rect">
            <a:avLst/>
          </a:prstGeom>
          <a:noFill/>
          <a:ln w="0">
            <a:noFill/>
          </a:ln>
        </p:spPr>
        <p:txBody>
          <a:bodyPr lIns="0" tIns="0" rIns="0" bIns="0" anchor="t">
            <a:noAutofit/>
          </a:bodyPr>
          <a:lstStyle>
            <a:lvl1pPr indent="0" algn="r" defTabSz="914400">
              <a:lnSpc>
                <a:spcPct val="100000"/>
              </a:lnSpc>
              <a:buNone/>
              <a:tabLst>
                <a:tab pos="0" algn="l"/>
              </a:tabLst>
              <a:defRPr lang="en-IN" sz="1400" b="0" u="none" strike="noStrike">
                <a:solidFill>
                  <a:schemeClr val="dk1">
                    <a:tint val="75000"/>
                  </a:schemeClr>
                </a:solidFill>
                <a:effectLst/>
                <a:uFillTx/>
                <a:latin typeface="Times New Roman"/>
              </a:defRPr>
            </a:lvl1pPr>
          </a:lstStyle>
          <a:p>
            <a:pPr indent="0" algn="r" defTabSz="914400">
              <a:lnSpc>
                <a:spcPct val="100000"/>
              </a:lnSpc>
              <a:buNone/>
              <a:tabLst>
                <a:tab pos="0" algn="l"/>
              </a:tabLst>
            </a:pPr>
            <a:fld id="{1E56358A-4435-428C-BCB1-6FDF3EFE8D53}" type="slidenum">
              <a:rPr lang="en-IN" sz="1400" b="0" u="none" strike="noStrike">
                <a:solidFill>
                  <a:schemeClr val="dk1">
                    <a:tint val="75000"/>
                  </a:schemeClr>
                </a:solidFill>
                <a:effectLst/>
                <a:uFillTx/>
                <a:latin typeface="Times New Roman"/>
              </a:rPr>
              <a:t>&lt;number&gt;</a:t>
            </a:fld>
            <a:endParaRPr lang="en-IN" sz="14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wo Conten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2513160" y="-23760"/>
            <a:ext cx="7164720" cy="1193400"/>
          </a:xfrm>
          <a:prstGeom prst="rect">
            <a:avLst/>
          </a:prstGeom>
          <a:noFill/>
          <a:ln w="0">
            <a:noFill/>
          </a:ln>
        </p:spPr>
        <p:txBody>
          <a:bodyPr lIns="0" tIns="0" rIns="0" bIns="0" anchor="t">
            <a:noAutofit/>
          </a:bodyPr>
          <a:lstStyle>
            <a:lvl1pPr indent="0" algn="l" defTabSz="914400">
              <a:lnSpc>
                <a:spcPct val="90000"/>
              </a:lnSpc>
              <a:buNone/>
              <a:tabLst>
                <a:tab pos="0" algn="l"/>
              </a:tabLst>
              <a:defRPr lang="en-IN" sz="3600" b="0" u="none" strike="noStrike">
                <a:solidFill>
                  <a:srgbClr val="000000"/>
                </a:solidFill>
                <a:effectLst/>
                <a:uFillTx/>
                <a:latin typeface="Calibri"/>
              </a:defRPr>
            </a:lvl1pPr>
          </a:lstStyle>
          <a:p>
            <a:pPr indent="0" algn="l" defTabSz="914400">
              <a:lnSpc>
                <a:spcPct val="90000"/>
              </a:lnSpc>
              <a:buNone/>
              <a:tabLst>
                <a:tab pos="0" algn="l"/>
              </a:tabLst>
            </a:pPr>
            <a:r>
              <a:rPr lang="en-IN" sz="3600" b="0" u="none" strike="noStrike">
                <a:solidFill>
                  <a:srgbClr val="000000"/>
                </a:solidFill>
                <a:effectLst/>
                <a:uFillTx/>
                <a:latin typeface="Calibri"/>
              </a:rPr>
              <a:t>Click to edit the title text format</a:t>
            </a:r>
            <a:endParaRPr lang="en-IN" sz="3600" b="0" u="none" strike="noStrike">
              <a:solidFill>
                <a:srgbClr val="000000"/>
              </a:solidFill>
              <a:effectLst/>
              <a:uFillTx/>
              <a:latin typeface="Calibri"/>
            </a:endParaRPr>
          </a:p>
        </p:txBody>
      </p:sp>
      <p:sp>
        <p:nvSpPr>
          <p:cNvPr id="12" name="PlaceHolder 2"/>
          <p:cNvSpPr>
            <a:spLocks noGrp="1"/>
          </p:cNvSpPr>
          <p:nvPr>
            <p:ph type="body"/>
          </p:nvPr>
        </p:nvSpPr>
        <p:spPr>
          <a:xfrm>
            <a:off x="609480" y="1577520"/>
            <a:ext cx="5302440" cy="2161080"/>
          </a:xfrm>
          <a:prstGeom prst="rect">
            <a:avLst/>
          </a:prstGeom>
          <a:noFill/>
          <a:ln w="0">
            <a:noFill/>
          </a:ln>
        </p:spPr>
        <p:txBody>
          <a:bodyPr lIns="0" tIns="0" rIns="0" bIns="0" anchor="t">
            <a:spAutoFit/>
          </a:bodyPr>
          <a:lstStyle>
            <a:lvl1pPr algn="l" defTabSz="914400">
              <a:lnSpc>
                <a:spcPct val="90000"/>
              </a:lnSpc>
              <a:spcBef>
                <a:spcPts val="1417"/>
              </a:spcBef>
              <a:buClr>
                <a:srgbClr val="000000"/>
              </a:buClr>
              <a:buSzPct val="45000"/>
              <a:buFont typeface="Wingdings" charset="2"/>
              <a:buChar char=""/>
              <a:defRPr lang="en-IN" sz="1800" b="0" u="none" strike="noStrike">
                <a:solidFill>
                  <a:srgbClr val="000000"/>
                </a:solidFill>
                <a:effectLst/>
                <a:uFillTx/>
                <a:latin typeface="Calibri"/>
              </a:defRPr>
            </a:lvl1pPr>
            <a:lvl2pPr lvl="1" algn="l" defTabSz="914400">
              <a:lnSpc>
                <a:spcPct val="90000"/>
              </a:lnSpc>
              <a:spcBef>
                <a:spcPts val="1134"/>
              </a:spcBef>
              <a:buClr>
                <a:srgbClr val="000000"/>
              </a:buClr>
              <a:buSzPct val="75000"/>
              <a:buFont typeface="Symbol" charset="2"/>
              <a:buChar char=""/>
              <a:defRPr lang="en-IN" sz="1800" b="0" u="none" strike="noStrike">
                <a:solidFill>
                  <a:srgbClr val="000000"/>
                </a:solidFill>
                <a:effectLst/>
                <a:uFillTx/>
                <a:latin typeface="Calibri"/>
              </a:defRPr>
            </a:lvl2pPr>
            <a:lvl3pPr lvl="2" algn="l" defTabSz="914400">
              <a:lnSpc>
                <a:spcPct val="90000"/>
              </a:lnSpc>
              <a:spcBef>
                <a:spcPts val="850"/>
              </a:spcBef>
              <a:buClr>
                <a:srgbClr val="000000"/>
              </a:buClr>
              <a:buSzPct val="45000"/>
              <a:buFont typeface="Wingdings" charset="2"/>
              <a:buChar char=""/>
              <a:defRPr lang="en-IN" sz="1800" b="0" u="none" strike="noStrike">
                <a:solidFill>
                  <a:srgbClr val="000000"/>
                </a:solidFill>
                <a:effectLst/>
                <a:uFillTx/>
                <a:latin typeface="Calibri"/>
              </a:defRPr>
            </a:lvl3pPr>
            <a:lvl4pPr lvl="3" algn="l" defTabSz="914400">
              <a:lnSpc>
                <a:spcPct val="90000"/>
              </a:lnSpc>
              <a:spcBef>
                <a:spcPts val="567"/>
              </a:spcBef>
              <a:buClr>
                <a:srgbClr val="000000"/>
              </a:buClr>
              <a:buSzPct val="75000"/>
              <a:buFont typeface="Symbol" charset="2"/>
              <a:buChar char=""/>
              <a:defRPr lang="en-IN" sz="1800" b="0" u="none" strike="noStrike">
                <a:solidFill>
                  <a:srgbClr val="000000"/>
                </a:solidFill>
                <a:effectLst/>
                <a:uFillTx/>
                <a:latin typeface="Calibri"/>
              </a:defRPr>
            </a:lvl4pPr>
            <a:lvl5pPr lvl="4" algn="l" defTabSz="914400">
              <a:lnSpc>
                <a:spcPct val="9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7pPr>
          </a:lstStyle>
          <a:p>
            <a:pPr marL="228600" indent="-324000" algn="l" defTabSz="914400">
              <a:lnSpc>
                <a:spcPct val="90000"/>
              </a:lnSpc>
              <a:spcBef>
                <a:spcPts val="1417"/>
              </a:spcBef>
              <a:buClr>
                <a:srgbClr val="000000"/>
              </a:buClr>
              <a:buSzPct val="45000"/>
              <a:buFont typeface="Wingdings" charset="2"/>
              <a:buChar char=""/>
            </a:pPr>
            <a:r>
              <a:rPr lang="en-IN" sz="1800" b="0" u="none" strike="noStrike">
                <a:solidFill>
                  <a:srgbClr val="000000"/>
                </a:solidFill>
                <a:effectLst/>
                <a:uFillTx/>
                <a:latin typeface="Calibri"/>
              </a:rPr>
              <a:t>Click to edit the outline text format</a:t>
            </a:r>
            <a:endParaRPr lang="en-IN" sz="1800" b="0" u="none" strike="noStrike">
              <a:solidFill>
                <a:srgbClr val="000000"/>
              </a:solidFill>
              <a:effectLst/>
              <a:uFillTx/>
              <a:latin typeface="Calibri"/>
            </a:endParaRPr>
          </a:p>
          <a:p>
            <a:pPr marL="457200" lvl="1" indent="-324000" algn="l" defTabSz="914400">
              <a:lnSpc>
                <a:spcPct val="90000"/>
              </a:lnSpc>
              <a:spcBef>
                <a:spcPts val="1134"/>
              </a:spcBef>
              <a:buClr>
                <a:srgbClr val="000000"/>
              </a:buClr>
              <a:buSzPct val="75000"/>
              <a:buFont typeface="Symbol" charset="2"/>
              <a:buChar char=""/>
            </a:pPr>
            <a:r>
              <a:rPr lang="en-IN" sz="1800" b="0" u="none" strike="noStrike">
                <a:solidFill>
                  <a:srgbClr val="000000"/>
                </a:solidFill>
                <a:effectLst/>
                <a:uFillTx/>
                <a:latin typeface="Calibri"/>
              </a:rPr>
              <a:t>Second Outline Level</a:t>
            </a:r>
            <a:endParaRPr lang="en-IN" sz="1800" b="0" u="none" strike="noStrike">
              <a:solidFill>
                <a:srgbClr val="000000"/>
              </a:solidFill>
              <a:effectLst/>
              <a:uFillTx/>
              <a:latin typeface="Calibri"/>
            </a:endParaRPr>
          </a:p>
          <a:p>
            <a:pPr marL="914400" lvl="2" indent="-288000" algn="l" defTabSz="914400">
              <a:lnSpc>
                <a:spcPct val="90000"/>
              </a:lnSpc>
              <a:spcBef>
                <a:spcPts val="850"/>
              </a:spcBef>
              <a:buClr>
                <a:srgbClr val="000000"/>
              </a:buClr>
              <a:buSzPct val="45000"/>
              <a:buFont typeface="Wingdings" charset="2"/>
              <a:buChar char=""/>
            </a:pPr>
            <a:r>
              <a:rPr lang="en-IN" sz="1800" b="0" u="none" strike="noStrike">
                <a:solidFill>
                  <a:srgbClr val="000000"/>
                </a:solidFill>
                <a:effectLst/>
                <a:uFillTx/>
                <a:latin typeface="Calibri"/>
              </a:rPr>
              <a:t>Third Outline Level</a:t>
            </a:r>
            <a:endParaRPr lang="en-IN" sz="1800" b="0" u="none" strike="noStrike">
              <a:solidFill>
                <a:srgbClr val="000000"/>
              </a:solidFill>
              <a:effectLst/>
              <a:uFillTx/>
              <a:latin typeface="Calibri"/>
            </a:endParaRPr>
          </a:p>
          <a:p>
            <a:pPr marL="1371600" lvl="3" indent="-216000" algn="l" defTabSz="914400">
              <a:lnSpc>
                <a:spcPct val="90000"/>
              </a:lnSpc>
              <a:spcBef>
                <a:spcPts val="567"/>
              </a:spcBef>
              <a:buClr>
                <a:srgbClr val="000000"/>
              </a:buClr>
              <a:buSzPct val="75000"/>
              <a:buFont typeface="Symbol" charset="2"/>
              <a:buChar char=""/>
            </a:pPr>
            <a:r>
              <a:rPr lang="en-IN" sz="1800" b="0" u="none" strike="noStrike">
                <a:solidFill>
                  <a:srgbClr val="000000"/>
                </a:solidFill>
                <a:effectLst/>
                <a:uFillTx/>
                <a:latin typeface="Calibri"/>
              </a:rPr>
              <a:t>Fourth Outline Level</a:t>
            </a:r>
            <a:endParaRPr lang="en-IN" sz="1800" b="0" u="none" strike="noStrike">
              <a:solidFill>
                <a:srgbClr val="000000"/>
              </a:solidFill>
              <a:effectLst/>
              <a:uFillTx/>
              <a:latin typeface="Calibri"/>
            </a:endParaRPr>
          </a:p>
          <a:p>
            <a:pPr marL="1828800" lvl="4" indent="-216000" algn="l" defTabSz="914400">
              <a:lnSpc>
                <a:spcPct val="9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Fifth Outline Level</a:t>
            </a:r>
            <a:endParaRPr lang="en-IN" sz="1800" b="0" u="none" strike="noStrike">
              <a:solidFill>
                <a:srgbClr val="000000"/>
              </a:solidFill>
              <a:effectLst/>
              <a:uFillTx/>
              <a:latin typeface="Calibri"/>
            </a:endParaRPr>
          </a:p>
          <a:p>
            <a:pPr marL="2286000" lvl="5" indent="-216000" algn="l" defTabSz="914400">
              <a:lnSpc>
                <a:spcPct val="9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Sixth Outline Level</a:t>
            </a:r>
            <a:endParaRPr lang="en-IN" sz="1800" b="0" u="none" strike="noStrike">
              <a:solidFill>
                <a:srgbClr val="000000"/>
              </a:solidFill>
              <a:effectLst/>
              <a:uFillTx/>
              <a:latin typeface="Calibri"/>
            </a:endParaRPr>
          </a:p>
          <a:p>
            <a:pPr marL="2743200" lvl="6" indent="-216000" algn="l" defTabSz="914400">
              <a:lnSpc>
                <a:spcPct val="9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Seventh Outline Level</a:t>
            </a:r>
            <a:endParaRPr lang="en-IN" sz="1800" b="0" u="none" strike="noStrike">
              <a:solidFill>
                <a:srgbClr val="000000"/>
              </a:solidFill>
              <a:effectLst/>
              <a:uFillTx/>
              <a:latin typeface="Calibri"/>
            </a:endParaRPr>
          </a:p>
        </p:txBody>
      </p:sp>
      <p:sp>
        <p:nvSpPr>
          <p:cNvPr id="13" name="PlaceHolder 3"/>
          <p:cNvSpPr>
            <a:spLocks noGrp="1"/>
          </p:cNvSpPr>
          <p:nvPr>
            <p:ph type="body"/>
          </p:nvPr>
        </p:nvSpPr>
        <p:spPr>
          <a:xfrm>
            <a:off x="6278760" y="1577520"/>
            <a:ext cx="5302440" cy="2161080"/>
          </a:xfrm>
          <a:prstGeom prst="rect">
            <a:avLst/>
          </a:prstGeom>
          <a:noFill/>
          <a:ln w="0">
            <a:noFill/>
          </a:ln>
        </p:spPr>
        <p:txBody>
          <a:bodyPr lIns="0" tIns="0" rIns="0" bIns="0" anchor="t">
            <a:spAutoFit/>
          </a:bodyPr>
          <a:lstStyle>
            <a:lvl1pPr algn="l" defTabSz="914400">
              <a:lnSpc>
                <a:spcPct val="90000"/>
              </a:lnSpc>
              <a:spcBef>
                <a:spcPts val="1417"/>
              </a:spcBef>
              <a:buClr>
                <a:srgbClr val="000000"/>
              </a:buClr>
              <a:buSzPct val="45000"/>
              <a:buFont typeface="Wingdings" charset="2"/>
              <a:buChar char=""/>
              <a:defRPr lang="en-IN" sz="1800" b="0" u="none" strike="noStrike">
                <a:solidFill>
                  <a:srgbClr val="000000"/>
                </a:solidFill>
                <a:effectLst/>
                <a:uFillTx/>
                <a:latin typeface="Calibri"/>
              </a:defRPr>
            </a:lvl1pPr>
            <a:lvl2pPr lvl="1" algn="l" defTabSz="914400">
              <a:lnSpc>
                <a:spcPct val="90000"/>
              </a:lnSpc>
              <a:spcBef>
                <a:spcPts val="1134"/>
              </a:spcBef>
              <a:buClr>
                <a:srgbClr val="000000"/>
              </a:buClr>
              <a:buSzPct val="75000"/>
              <a:buFont typeface="Symbol" charset="2"/>
              <a:buChar char=""/>
              <a:defRPr lang="en-IN" sz="1800" b="0" u="none" strike="noStrike">
                <a:solidFill>
                  <a:srgbClr val="000000"/>
                </a:solidFill>
                <a:effectLst/>
                <a:uFillTx/>
                <a:latin typeface="Calibri"/>
              </a:defRPr>
            </a:lvl2pPr>
            <a:lvl3pPr lvl="2" algn="l" defTabSz="914400">
              <a:lnSpc>
                <a:spcPct val="90000"/>
              </a:lnSpc>
              <a:spcBef>
                <a:spcPts val="850"/>
              </a:spcBef>
              <a:buClr>
                <a:srgbClr val="000000"/>
              </a:buClr>
              <a:buSzPct val="45000"/>
              <a:buFont typeface="Wingdings" charset="2"/>
              <a:buChar char=""/>
              <a:defRPr lang="en-IN" sz="1800" b="0" u="none" strike="noStrike">
                <a:solidFill>
                  <a:srgbClr val="000000"/>
                </a:solidFill>
                <a:effectLst/>
                <a:uFillTx/>
                <a:latin typeface="Calibri"/>
              </a:defRPr>
            </a:lvl3pPr>
            <a:lvl4pPr lvl="3" algn="l" defTabSz="914400">
              <a:lnSpc>
                <a:spcPct val="90000"/>
              </a:lnSpc>
              <a:spcBef>
                <a:spcPts val="567"/>
              </a:spcBef>
              <a:buClr>
                <a:srgbClr val="000000"/>
              </a:buClr>
              <a:buSzPct val="75000"/>
              <a:buFont typeface="Symbol" charset="2"/>
              <a:buChar char=""/>
              <a:defRPr lang="en-IN" sz="1800" b="0" u="none" strike="noStrike">
                <a:solidFill>
                  <a:srgbClr val="000000"/>
                </a:solidFill>
                <a:effectLst/>
                <a:uFillTx/>
                <a:latin typeface="Calibri"/>
              </a:defRPr>
            </a:lvl4pPr>
            <a:lvl5pPr lvl="4" algn="l" defTabSz="914400">
              <a:lnSpc>
                <a:spcPct val="9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7pPr>
          </a:lstStyle>
          <a:p>
            <a:pPr marL="228600" indent="-324000" algn="l" defTabSz="914400">
              <a:lnSpc>
                <a:spcPct val="90000"/>
              </a:lnSpc>
              <a:spcBef>
                <a:spcPts val="1417"/>
              </a:spcBef>
              <a:buClr>
                <a:srgbClr val="000000"/>
              </a:buClr>
              <a:buSzPct val="45000"/>
              <a:buFont typeface="Wingdings" charset="2"/>
              <a:buChar char=""/>
            </a:pPr>
            <a:r>
              <a:rPr lang="en-IN" sz="1800" b="0" u="none" strike="noStrike">
                <a:solidFill>
                  <a:srgbClr val="000000"/>
                </a:solidFill>
                <a:effectLst/>
                <a:uFillTx/>
                <a:latin typeface="Calibri"/>
              </a:rPr>
              <a:t>Click to edit the outline text format</a:t>
            </a:r>
            <a:endParaRPr lang="en-IN" sz="1800" b="0" u="none" strike="noStrike">
              <a:solidFill>
                <a:srgbClr val="000000"/>
              </a:solidFill>
              <a:effectLst/>
              <a:uFillTx/>
              <a:latin typeface="Calibri"/>
            </a:endParaRPr>
          </a:p>
          <a:p>
            <a:pPr marL="457200" lvl="1" indent="-324000" algn="l" defTabSz="914400">
              <a:lnSpc>
                <a:spcPct val="90000"/>
              </a:lnSpc>
              <a:spcBef>
                <a:spcPts val="1134"/>
              </a:spcBef>
              <a:buClr>
                <a:srgbClr val="000000"/>
              </a:buClr>
              <a:buSzPct val="75000"/>
              <a:buFont typeface="Symbol" charset="2"/>
              <a:buChar char=""/>
            </a:pPr>
            <a:r>
              <a:rPr lang="en-IN" sz="1800" b="0" u="none" strike="noStrike">
                <a:solidFill>
                  <a:srgbClr val="000000"/>
                </a:solidFill>
                <a:effectLst/>
                <a:uFillTx/>
                <a:latin typeface="Calibri"/>
              </a:rPr>
              <a:t>Second Outline Level</a:t>
            </a:r>
            <a:endParaRPr lang="en-IN" sz="1800" b="0" u="none" strike="noStrike">
              <a:solidFill>
                <a:srgbClr val="000000"/>
              </a:solidFill>
              <a:effectLst/>
              <a:uFillTx/>
              <a:latin typeface="Calibri"/>
            </a:endParaRPr>
          </a:p>
          <a:p>
            <a:pPr marL="914400" lvl="2" indent="-288000" algn="l" defTabSz="914400">
              <a:lnSpc>
                <a:spcPct val="90000"/>
              </a:lnSpc>
              <a:spcBef>
                <a:spcPts val="850"/>
              </a:spcBef>
              <a:buClr>
                <a:srgbClr val="000000"/>
              </a:buClr>
              <a:buSzPct val="45000"/>
              <a:buFont typeface="Wingdings" charset="2"/>
              <a:buChar char=""/>
            </a:pPr>
            <a:r>
              <a:rPr lang="en-IN" sz="1800" b="0" u="none" strike="noStrike">
                <a:solidFill>
                  <a:srgbClr val="000000"/>
                </a:solidFill>
                <a:effectLst/>
                <a:uFillTx/>
                <a:latin typeface="Calibri"/>
              </a:rPr>
              <a:t>Third Outline Level</a:t>
            </a:r>
            <a:endParaRPr lang="en-IN" sz="1800" b="0" u="none" strike="noStrike">
              <a:solidFill>
                <a:srgbClr val="000000"/>
              </a:solidFill>
              <a:effectLst/>
              <a:uFillTx/>
              <a:latin typeface="Calibri"/>
            </a:endParaRPr>
          </a:p>
          <a:p>
            <a:pPr marL="1371600" lvl="3" indent="-216000" algn="l" defTabSz="914400">
              <a:lnSpc>
                <a:spcPct val="90000"/>
              </a:lnSpc>
              <a:spcBef>
                <a:spcPts val="567"/>
              </a:spcBef>
              <a:buClr>
                <a:srgbClr val="000000"/>
              </a:buClr>
              <a:buSzPct val="75000"/>
              <a:buFont typeface="Symbol" charset="2"/>
              <a:buChar char=""/>
            </a:pPr>
            <a:r>
              <a:rPr lang="en-IN" sz="1800" b="0" u="none" strike="noStrike">
                <a:solidFill>
                  <a:srgbClr val="000000"/>
                </a:solidFill>
                <a:effectLst/>
                <a:uFillTx/>
                <a:latin typeface="Calibri"/>
              </a:rPr>
              <a:t>Fourth Outline Level</a:t>
            </a:r>
            <a:endParaRPr lang="en-IN" sz="1800" b="0" u="none" strike="noStrike">
              <a:solidFill>
                <a:srgbClr val="000000"/>
              </a:solidFill>
              <a:effectLst/>
              <a:uFillTx/>
              <a:latin typeface="Calibri"/>
            </a:endParaRPr>
          </a:p>
          <a:p>
            <a:pPr marL="1828800" lvl="4" indent="-216000" algn="l" defTabSz="914400">
              <a:lnSpc>
                <a:spcPct val="9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Fifth Outline Level</a:t>
            </a:r>
            <a:endParaRPr lang="en-IN" sz="1800" b="0" u="none" strike="noStrike">
              <a:solidFill>
                <a:srgbClr val="000000"/>
              </a:solidFill>
              <a:effectLst/>
              <a:uFillTx/>
              <a:latin typeface="Calibri"/>
            </a:endParaRPr>
          </a:p>
          <a:p>
            <a:pPr marL="2286000" lvl="5" indent="-216000" algn="l" defTabSz="914400">
              <a:lnSpc>
                <a:spcPct val="9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Sixth Outline Level</a:t>
            </a:r>
            <a:endParaRPr lang="en-IN" sz="1800" b="0" u="none" strike="noStrike">
              <a:solidFill>
                <a:srgbClr val="000000"/>
              </a:solidFill>
              <a:effectLst/>
              <a:uFillTx/>
              <a:latin typeface="Calibri"/>
            </a:endParaRPr>
          </a:p>
          <a:p>
            <a:pPr marL="2743200" lvl="6" indent="-216000" algn="l" defTabSz="914400">
              <a:lnSpc>
                <a:spcPct val="9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Seventh Outline Level</a:t>
            </a:r>
            <a:endParaRPr lang="en-IN" sz="1800" b="0" u="none" strike="noStrike">
              <a:solidFill>
                <a:srgbClr val="000000"/>
              </a:solidFill>
              <a:effectLst/>
              <a:uFillTx/>
              <a:latin typeface="Calibri"/>
            </a:endParaRPr>
          </a:p>
        </p:txBody>
      </p:sp>
      <p:sp>
        <p:nvSpPr>
          <p:cNvPr id="14" name="PlaceHolder 4"/>
          <p:cNvSpPr>
            <a:spLocks noGrp="1"/>
          </p:cNvSpPr>
          <p:nvPr>
            <p:ph type="ftr" idx="7"/>
          </p:nvPr>
        </p:nvSpPr>
        <p:spPr>
          <a:xfrm>
            <a:off x="4145400" y="6378120"/>
            <a:ext cx="3900240" cy="34200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5" name="PlaceHolder 5"/>
          <p:cNvSpPr>
            <a:spLocks noGrp="1"/>
          </p:cNvSpPr>
          <p:nvPr>
            <p:ph type="dt" idx="8"/>
          </p:nvPr>
        </p:nvSpPr>
        <p:spPr>
          <a:xfrm>
            <a:off x="609480" y="6378120"/>
            <a:ext cx="2802960" cy="342000"/>
          </a:xfrm>
          <a:prstGeom prst="rect">
            <a:avLst/>
          </a:prstGeom>
          <a:noFill/>
          <a:ln w="0">
            <a:noFill/>
          </a:ln>
        </p:spPr>
        <p:txBody>
          <a:bodyPr lIns="0" tIns="0" rIns="0" bIns="0" anchor="t">
            <a:noAutofit/>
          </a:bodyPr>
          <a:lstStyle>
            <a:lvl1pPr indent="0" algn="l" defTabSz="914400">
              <a:lnSpc>
                <a:spcPct val="100000"/>
              </a:lnSpc>
              <a:buNone/>
              <a:tabLst>
                <a:tab pos="0" algn="l"/>
              </a:tabLst>
              <a:defRPr lang="en-US" sz="1400" b="0" u="none" strike="noStrike">
                <a:solidFill>
                  <a:schemeClr val="dk1">
                    <a:tint val="75000"/>
                  </a:schemeClr>
                </a:solidFill>
                <a:effectLst/>
                <a:uFillTx/>
                <a:latin typeface="Times New Roman"/>
              </a:defRPr>
            </a:lvl1pPr>
          </a:lstStyle>
          <a:p>
            <a:pPr indent="0" algn="l" defTabSz="914400">
              <a:lnSpc>
                <a:spcPct val="100000"/>
              </a:lnSpc>
              <a:buNone/>
              <a:tabLst>
                <a:tab pos="0" algn="l"/>
              </a:tabLst>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6" name="PlaceHolder 6"/>
          <p:cNvSpPr>
            <a:spLocks noGrp="1"/>
          </p:cNvSpPr>
          <p:nvPr>
            <p:ph type="sldNum" idx="9"/>
          </p:nvPr>
        </p:nvSpPr>
        <p:spPr>
          <a:xfrm>
            <a:off x="8778240" y="6378120"/>
            <a:ext cx="2802960" cy="342000"/>
          </a:xfrm>
          <a:prstGeom prst="rect">
            <a:avLst/>
          </a:prstGeom>
          <a:noFill/>
          <a:ln w="0">
            <a:noFill/>
          </a:ln>
        </p:spPr>
        <p:txBody>
          <a:bodyPr lIns="0" tIns="0" rIns="0" bIns="0" anchor="t">
            <a:noAutofit/>
          </a:bodyPr>
          <a:lstStyle>
            <a:lvl1pPr indent="0" algn="r" defTabSz="914400">
              <a:lnSpc>
                <a:spcPct val="100000"/>
              </a:lnSpc>
              <a:buNone/>
              <a:tabLst>
                <a:tab pos="0" algn="l"/>
              </a:tabLst>
              <a:defRPr lang="en-IN" sz="1400" b="0" u="none" strike="noStrike">
                <a:solidFill>
                  <a:schemeClr val="dk1">
                    <a:tint val="75000"/>
                  </a:schemeClr>
                </a:solidFill>
                <a:effectLst/>
                <a:uFillTx/>
                <a:latin typeface="Times New Roman"/>
              </a:defRPr>
            </a:lvl1pPr>
          </a:lstStyle>
          <a:p>
            <a:pPr indent="0" algn="r" defTabSz="914400">
              <a:lnSpc>
                <a:spcPct val="100000"/>
              </a:lnSpc>
              <a:buNone/>
              <a:tabLst>
                <a:tab pos="0" algn="l"/>
              </a:tabLst>
            </a:pPr>
            <a:fld id="{8080B617-4895-4736-B23D-5F88154E33C9}" type="slidenum">
              <a:rPr lang="en-IN" sz="1400" b="0" u="none" strike="noStrike">
                <a:solidFill>
                  <a:schemeClr val="dk1">
                    <a:tint val="75000"/>
                  </a:schemeClr>
                </a:solidFill>
                <a:effectLst/>
                <a:uFillTx/>
                <a:latin typeface="Times New Roman"/>
              </a:rPr>
              <a:t>&lt;number&gt;</a:t>
            </a:fld>
            <a:endParaRPr lang="en-IN" sz="14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2513160" y="-23760"/>
            <a:ext cx="7164720" cy="1193400"/>
          </a:xfrm>
          <a:prstGeom prst="rect">
            <a:avLst/>
          </a:prstGeom>
          <a:noFill/>
          <a:ln w="0">
            <a:noFill/>
          </a:ln>
        </p:spPr>
        <p:txBody>
          <a:bodyPr lIns="0" tIns="0" rIns="0" bIns="0" anchor="t">
            <a:noAutofit/>
          </a:bodyPr>
          <a:lstStyle>
            <a:lvl1pPr indent="0" algn="l" defTabSz="914400">
              <a:lnSpc>
                <a:spcPct val="90000"/>
              </a:lnSpc>
              <a:buNone/>
              <a:tabLst>
                <a:tab pos="0" algn="l"/>
              </a:tabLst>
              <a:defRPr lang="en-IN" sz="3600" b="0" u="none" strike="noStrike">
                <a:solidFill>
                  <a:srgbClr val="000000"/>
                </a:solidFill>
                <a:effectLst/>
                <a:uFillTx/>
                <a:latin typeface="Calibri"/>
              </a:defRPr>
            </a:lvl1pPr>
          </a:lstStyle>
          <a:p>
            <a:pPr indent="0" algn="l" defTabSz="914400">
              <a:lnSpc>
                <a:spcPct val="90000"/>
              </a:lnSpc>
              <a:buNone/>
              <a:tabLst>
                <a:tab pos="0" algn="l"/>
              </a:tabLst>
            </a:pPr>
            <a:r>
              <a:rPr lang="en-IN" sz="3600" b="0" u="none" strike="noStrike">
                <a:solidFill>
                  <a:srgbClr val="000000"/>
                </a:solidFill>
                <a:effectLst/>
                <a:uFillTx/>
                <a:latin typeface="Calibri"/>
              </a:rPr>
              <a:t>Click to edit the title text format</a:t>
            </a:r>
            <a:endParaRPr lang="en-IN" sz="3600" b="0" u="none" strike="noStrike">
              <a:solidFill>
                <a:srgbClr val="000000"/>
              </a:solidFill>
              <a:effectLst/>
              <a:uFillTx/>
              <a:latin typeface="Calibri"/>
            </a:endParaRPr>
          </a:p>
        </p:txBody>
      </p:sp>
      <p:sp>
        <p:nvSpPr>
          <p:cNvPr id="18" name="PlaceHolder 2"/>
          <p:cNvSpPr>
            <a:spLocks noGrp="1"/>
          </p:cNvSpPr>
          <p:nvPr>
            <p:ph type="ftr" idx="10"/>
          </p:nvPr>
        </p:nvSpPr>
        <p:spPr>
          <a:xfrm>
            <a:off x="4145400" y="6378120"/>
            <a:ext cx="3900240" cy="34200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9" name="PlaceHolder 3"/>
          <p:cNvSpPr>
            <a:spLocks noGrp="1"/>
          </p:cNvSpPr>
          <p:nvPr>
            <p:ph type="dt" idx="11"/>
          </p:nvPr>
        </p:nvSpPr>
        <p:spPr>
          <a:xfrm>
            <a:off x="609480" y="6378120"/>
            <a:ext cx="2802960" cy="342000"/>
          </a:xfrm>
          <a:prstGeom prst="rect">
            <a:avLst/>
          </a:prstGeom>
          <a:noFill/>
          <a:ln w="0">
            <a:noFill/>
          </a:ln>
        </p:spPr>
        <p:txBody>
          <a:bodyPr lIns="0" tIns="0" rIns="0" bIns="0" anchor="t">
            <a:noAutofit/>
          </a:bodyPr>
          <a:lstStyle>
            <a:lvl1pPr indent="0" algn="l" defTabSz="914400">
              <a:lnSpc>
                <a:spcPct val="100000"/>
              </a:lnSpc>
              <a:buNone/>
              <a:tabLst>
                <a:tab pos="0" algn="l"/>
              </a:tabLst>
              <a:defRPr lang="en-US" sz="1400" b="0" u="none" strike="noStrike">
                <a:solidFill>
                  <a:schemeClr val="dk1">
                    <a:tint val="75000"/>
                  </a:schemeClr>
                </a:solidFill>
                <a:effectLst/>
                <a:uFillTx/>
                <a:latin typeface="Times New Roman"/>
              </a:defRPr>
            </a:lvl1pPr>
          </a:lstStyle>
          <a:p>
            <a:pPr indent="0" algn="l" defTabSz="914400">
              <a:lnSpc>
                <a:spcPct val="100000"/>
              </a:lnSpc>
              <a:buNone/>
              <a:tabLst>
                <a:tab pos="0" algn="l"/>
              </a:tabLst>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0" name="PlaceHolder 4"/>
          <p:cNvSpPr>
            <a:spLocks noGrp="1"/>
          </p:cNvSpPr>
          <p:nvPr>
            <p:ph type="sldNum" idx="12"/>
          </p:nvPr>
        </p:nvSpPr>
        <p:spPr>
          <a:xfrm>
            <a:off x="8778240" y="6378120"/>
            <a:ext cx="2802960" cy="342000"/>
          </a:xfrm>
          <a:prstGeom prst="rect">
            <a:avLst/>
          </a:prstGeom>
          <a:noFill/>
          <a:ln w="0">
            <a:noFill/>
          </a:ln>
        </p:spPr>
        <p:txBody>
          <a:bodyPr lIns="0" tIns="0" rIns="0" bIns="0" anchor="t">
            <a:noAutofit/>
          </a:bodyPr>
          <a:lstStyle>
            <a:lvl1pPr indent="0" algn="r" defTabSz="914400">
              <a:lnSpc>
                <a:spcPct val="100000"/>
              </a:lnSpc>
              <a:buNone/>
              <a:tabLst>
                <a:tab pos="0" algn="l"/>
              </a:tabLst>
              <a:defRPr lang="en-IN" sz="1400" b="0" u="none" strike="noStrike">
                <a:solidFill>
                  <a:schemeClr val="dk1">
                    <a:tint val="75000"/>
                  </a:schemeClr>
                </a:solidFill>
                <a:effectLst/>
                <a:uFillTx/>
                <a:latin typeface="Times New Roman"/>
              </a:defRPr>
            </a:lvl1pPr>
          </a:lstStyle>
          <a:p>
            <a:pPr indent="0" algn="r" defTabSz="914400">
              <a:lnSpc>
                <a:spcPct val="100000"/>
              </a:lnSpc>
              <a:buNone/>
              <a:tabLst>
                <a:tab pos="0" algn="l"/>
              </a:tabLst>
            </a:pPr>
            <a:fld id="{8134D5C1-A128-4FFA-89D8-1864A22E2103}" type="slidenum">
              <a:rPr lang="en-IN" sz="1400" b="0" u="none" strike="noStrike">
                <a:solidFill>
                  <a:schemeClr val="dk1">
                    <a:tint val="75000"/>
                  </a:schemeClr>
                </a:solidFill>
                <a:effectLst/>
                <a:uFillTx/>
                <a:latin typeface="Times New Roman"/>
              </a:rPr>
              <a:t>&lt;number&gt;</a:t>
            </a:fld>
            <a:endParaRPr lang="en-IN" sz="14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ftr" idx="13"/>
          </p:nvPr>
        </p:nvSpPr>
        <p:spPr>
          <a:xfrm>
            <a:off x="4145400" y="6378120"/>
            <a:ext cx="3900240" cy="34200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2" name="PlaceHolder 2"/>
          <p:cNvSpPr>
            <a:spLocks noGrp="1"/>
          </p:cNvSpPr>
          <p:nvPr>
            <p:ph type="dt" idx="14"/>
          </p:nvPr>
        </p:nvSpPr>
        <p:spPr>
          <a:xfrm>
            <a:off x="609480" y="6378120"/>
            <a:ext cx="2802960" cy="342000"/>
          </a:xfrm>
          <a:prstGeom prst="rect">
            <a:avLst/>
          </a:prstGeom>
          <a:noFill/>
          <a:ln w="0">
            <a:noFill/>
          </a:ln>
        </p:spPr>
        <p:txBody>
          <a:bodyPr lIns="0" tIns="0" rIns="0" bIns="0" anchor="t">
            <a:noAutofit/>
          </a:bodyPr>
          <a:lstStyle>
            <a:lvl1pPr indent="0" algn="l" defTabSz="914400">
              <a:lnSpc>
                <a:spcPct val="100000"/>
              </a:lnSpc>
              <a:buNone/>
              <a:tabLst>
                <a:tab pos="0" algn="l"/>
              </a:tabLst>
              <a:defRPr lang="en-US" sz="1400" b="0" u="none" strike="noStrike">
                <a:solidFill>
                  <a:schemeClr val="dk1">
                    <a:tint val="75000"/>
                  </a:schemeClr>
                </a:solidFill>
                <a:effectLst/>
                <a:uFillTx/>
                <a:latin typeface="Times New Roman"/>
              </a:defRPr>
            </a:lvl1pPr>
          </a:lstStyle>
          <a:p>
            <a:pPr indent="0" algn="l" defTabSz="914400">
              <a:lnSpc>
                <a:spcPct val="100000"/>
              </a:lnSpc>
              <a:buNone/>
              <a:tabLst>
                <a:tab pos="0" algn="l"/>
              </a:tabLst>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3" name="PlaceHolder 3"/>
          <p:cNvSpPr>
            <a:spLocks noGrp="1"/>
          </p:cNvSpPr>
          <p:nvPr>
            <p:ph type="sldNum" idx="15"/>
          </p:nvPr>
        </p:nvSpPr>
        <p:spPr>
          <a:xfrm>
            <a:off x="8778240" y="6378120"/>
            <a:ext cx="2802960" cy="342000"/>
          </a:xfrm>
          <a:prstGeom prst="rect">
            <a:avLst/>
          </a:prstGeom>
          <a:noFill/>
          <a:ln w="0">
            <a:noFill/>
          </a:ln>
        </p:spPr>
        <p:txBody>
          <a:bodyPr lIns="0" tIns="0" rIns="0" bIns="0" anchor="t">
            <a:noAutofit/>
          </a:bodyPr>
          <a:lstStyle>
            <a:lvl1pPr indent="0" algn="r" defTabSz="914400">
              <a:lnSpc>
                <a:spcPct val="100000"/>
              </a:lnSpc>
              <a:buNone/>
              <a:tabLst>
                <a:tab pos="0" algn="l"/>
              </a:tabLst>
              <a:defRPr lang="en-IN" sz="1400" b="0" u="none" strike="noStrike">
                <a:solidFill>
                  <a:schemeClr val="dk1">
                    <a:tint val="75000"/>
                  </a:schemeClr>
                </a:solidFill>
                <a:effectLst/>
                <a:uFillTx/>
                <a:latin typeface="Times New Roman"/>
              </a:defRPr>
            </a:lvl1pPr>
          </a:lstStyle>
          <a:p>
            <a:pPr indent="0" algn="r" defTabSz="914400">
              <a:lnSpc>
                <a:spcPct val="100000"/>
              </a:lnSpc>
              <a:buNone/>
              <a:tabLst>
                <a:tab pos="0" algn="l"/>
              </a:tabLst>
            </a:pPr>
            <a:fld id="{B0431416-AA4C-42FD-8043-9D1B9331E092}" type="slidenum">
              <a:rPr lang="en-IN" sz="1400" b="0" u="none" strike="noStrike">
                <a:solidFill>
                  <a:schemeClr val="dk1">
                    <a:tint val="75000"/>
                  </a:schemeClr>
                </a:solidFill>
                <a:effectLst/>
                <a:uFillTx/>
                <a:latin typeface="Times New Roman"/>
              </a:rPr>
              <a:t>&lt;number&gt;</a:t>
            </a:fld>
            <a:endParaRPr lang="en-IN" sz="1400" b="0" u="none" strike="noStrike">
              <a:solidFill>
                <a:srgbClr val="000000"/>
              </a:solidFill>
              <a:effectLst/>
              <a:uFillTx/>
              <a:latin typeface="Times New Roman"/>
            </a:endParaRPr>
          </a:p>
        </p:txBody>
      </p:sp>
      <p:sp>
        <p:nvSpPr>
          <p:cNvPr id="24" name="PlaceHolder 4"/>
          <p:cNvSpPr>
            <a:spLocks noGrp="1"/>
          </p:cNvSpPr>
          <p:nvPr>
            <p:ph type="title"/>
          </p:nvPr>
        </p:nvSpPr>
        <p:spPr>
          <a:xfrm>
            <a:off x="609480" y="273600"/>
            <a:ext cx="10971720" cy="1144080"/>
          </a:xfrm>
          <a:prstGeom prst="rect">
            <a:avLst/>
          </a:prstGeom>
          <a:noFill/>
          <a:ln w="0">
            <a:noFill/>
          </a:ln>
        </p:spPr>
        <p:txBody>
          <a:bodyPr lIns="0" tIns="0" rIns="0" bIns="0" anchor="ctr">
            <a:noAutofit/>
          </a:bodyPr>
          <a:lstStyle>
            <a:lvl1pPr indent="0" algn="ctr" defTabSz="914400">
              <a:lnSpc>
                <a:spcPct val="90000"/>
              </a:lnSpc>
              <a:buNone/>
              <a:tabLst>
                <a:tab pos="0" algn="l"/>
              </a:tabLst>
              <a:defRPr lang="en-IN" sz="1800" b="0" u="none" strike="noStrike">
                <a:solidFill>
                  <a:srgbClr val="000000"/>
                </a:solidFill>
                <a:effectLst/>
                <a:uFillTx/>
                <a:latin typeface="Calibri"/>
              </a:defRPr>
            </a:lvl1pPr>
          </a:lstStyle>
          <a:p>
            <a:pPr indent="0" algn="ctr" defTabSz="914400">
              <a:lnSpc>
                <a:spcPct val="90000"/>
              </a:lnSpc>
              <a:buNone/>
              <a:tabLst>
                <a:tab pos="0" algn="l"/>
              </a:tabLst>
            </a:pPr>
            <a:r>
              <a:rPr lang="en-IN" sz="1800" b="0" u="none" strike="noStrike">
                <a:solidFill>
                  <a:srgbClr val="000000"/>
                </a:solidFill>
                <a:effectLst/>
                <a:uFillTx/>
                <a:latin typeface="Calibri"/>
              </a:rPr>
              <a:t>Click to edit the title text format</a:t>
            </a:r>
            <a:endParaRPr lang="en-IN" sz="1800" b="0" u="none" strike="noStrike">
              <a:solidFill>
                <a:srgbClr val="000000"/>
              </a:solidFill>
              <a:effectLst/>
              <a:uFillTx/>
              <a:latin typeface="Calibri"/>
            </a:endParaRPr>
          </a:p>
        </p:txBody>
      </p:sp>
      <p:sp>
        <p:nvSpPr>
          <p:cNvPr id="25" name="PlaceHolder 5"/>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en-IN" sz="1800" b="0" u="none" strike="noStrike">
                <a:solidFill>
                  <a:srgbClr val="000000"/>
                </a:solidFill>
                <a:effectLst/>
                <a:uFillTx/>
                <a:latin typeface="Calibri"/>
              </a:defRPr>
            </a:lvl1pPr>
            <a:lvl2pPr lvl="1" algn="l" defTabSz="914400">
              <a:lnSpc>
                <a:spcPct val="90000"/>
              </a:lnSpc>
              <a:spcBef>
                <a:spcPts val="1134"/>
              </a:spcBef>
              <a:buClr>
                <a:srgbClr val="000000"/>
              </a:buClr>
              <a:buSzPct val="75000"/>
              <a:buFont typeface="Symbol" charset="2"/>
              <a:buChar char=""/>
              <a:defRPr lang="en-IN" sz="1800" b="0" u="none" strike="noStrike">
                <a:solidFill>
                  <a:srgbClr val="000000"/>
                </a:solidFill>
                <a:effectLst/>
                <a:uFillTx/>
                <a:latin typeface="Calibri"/>
              </a:defRPr>
            </a:lvl2pPr>
            <a:lvl3pPr lvl="2" algn="l" defTabSz="914400">
              <a:lnSpc>
                <a:spcPct val="90000"/>
              </a:lnSpc>
              <a:spcBef>
                <a:spcPts val="850"/>
              </a:spcBef>
              <a:buClr>
                <a:srgbClr val="000000"/>
              </a:buClr>
              <a:buSzPct val="45000"/>
              <a:buFont typeface="Wingdings" charset="2"/>
              <a:buChar char=""/>
              <a:defRPr lang="en-IN" sz="1800" b="0" u="none" strike="noStrike">
                <a:solidFill>
                  <a:srgbClr val="000000"/>
                </a:solidFill>
                <a:effectLst/>
                <a:uFillTx/>
                <a:latin typeface="Calibri"/>
              </a:defRPr>
            </a:lvl3pPr>
            <a:lvl4pPr lvl="3" algn="l" defTabSz="914400">
              <a:lnSpc>
                <a:spcPct val="90000"/>
              </a:lnSpc>
              <a:spcBef>
                <a:spcPts val="567"/>
              </a:spcBef>
              <a:buClr>
                <a:srgbClr val="000000"/>
              </a:buClr>
              <a:buSzPct val="75000"/>
              <a:buFont typeface="Symbol" charset="2"/>
              <a:buChar char=""/>
              <a:defRPr lang="en-IN" sz="1800" b="0" u="none" strike="noStrike">
                <a:solidFill>
                  <a:srgbClr val="000000"/>
                </a:solidFill>
                <a:effectLst/>
                <a:uFillTx/>
                <a:latin typeface="Calibri"/>
              </a:defRPr>
            </a:lvl4pPr>
            <a:lvl5pPr lvl="4" algn="l" defTabSz="914400">
              <a:lnSpc>
                <a:spcPct val="90000"/>
              </a:lnSpc>
              <a:spcBef>
                <a:spcPts val="283"/>
              </a:spcBef>
              <a:buClr>
                <a:srgbClr val="000000"/>
              </a:buClr>
              <a:buSzPct val="45000"/>
              <a:buFont typeface="Wingdings" charset="2"/>
              <a:buChar char=""/>
              <a:defRPr lang="en-IN" sz="2000" b="0" u="none" strike="noStrike">
                <a:solidFill>
                  <a:srgbClr val="000000"/>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IN" sz="2000" b="0" u="none" strike="noStrike">
                <a:solidFill>
                  <a:srgbClr val="000000"/>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IN" sz="2000" b="0" u="none" strike="noStrike">
                <a:solidFill>
                  <a:srgbClr val="000000"/>
                </a:solidFill>
                <a:effectLst/>
                <a:uFillTx/>
                <a:latin typeface="Calibri"/>
              </a:defRPr>
            </a:lvl7pPr>
          </a:lstStyle>
          <a:p>
            <a:pPr marL="432000" indent="-324000" algn="l" defTabSz="914400">
              <a:lnSpc>
                <a:spcPct val="90000"/>
              </a:lnSpc>
              <a:spcBef>
                <a:spcPts val="1417"/>
              </a:spcBef>
              <a:buClr>
                <a:srgbClr val="000000"/>
              </a:buClr>
              <a:buSzPct val="45000"/>
              <a:buFont typeface="Wingdings" charset="2"/>
              <a:buChar char=""/>
            </a:pPr>
            <a:r>
              <a:rPr lang="en-IN" sz="1800" b="0" u="none" strike="noStrike">
                <a:solidFill>
                  <a:srgbClr val="000000"/>
                </a:solidFill>
                <a:effectLst/>
                <a:uFillTx/>
                <a:latin typeface="Calibri"/>
              </a:rPr>
              <a:t>Click to edit the outline text format</a:t>
            </a:r>
            <a:endParaRPr lang="en-IN" sz="1800" b="0" u="none" strike="noStrike">
              <a:solidFill>
                <a:srgbClr val="000000"/>
              </a:solidFill>
              <a:effectLst/>
              <a:uFillTx/>
              <a:latin typeface="Calibri"/>
            </a:endParaRPr>
          </a:p>
          <a:p>
            <a:pPr marL="864000" lvl="1" indent="-324000" algn="l" defTabSz="914400">
              <a:lnSpc>
                <a:spcPct val="90000"/>
              </a:lnSpc>
              <a:spcBef>
                <a:spcPts val="1134"/>
              </a:spcBef>
              <a:buClr>
                <a:srgbClr val="000000"/>
              </a:buClr>
              <a:buSzPct val="75000"/>
              <a:buFont typeface="Symbol" charset="2"/>
              <a:buChar char=""/>
            </a:pPr>
            <a:r>
              <a:rPr lang="en-IN" sz="1800" b="0" u="none" strike="noStrike">
                <a:solidFill>
                  <a:srgbClr val="000000"/>
                </a:solidFill>
                <a:effectLst/>
                <a:uFillTx/>
                <a:latin typeface="Calibri"/>
              </a:rPr>
              <a:t>Second Outline Level</a:t>
            </a:r>
            <a:endParaRPr lang="en-IN" sz="1800" b="0" u="none" strike="noStrike">
              <a:solidFill>
                <a:srgbClr val="000000"/>
              </a:solidFill>
              <a:effectLst/>
              <a:uFillTx/>
              <a:latin typeface="Calibri"/>
            </a:endParaRPr>
          </a:p>
          <a:p>
            <a:pPr marL="1296000" lvl="2" indent="-288000" algn="l" defTabSz="914400">
              <a:lnSpc>
                <a:spcPct val="90000"/>
              </a:lnSpc>
              <a:spcBef>
                <a:spcPts val="850"/>
              </a:spcBef>
              <a:buClr>
                <a:srgbClr val="000000"/>
              </a:buClr>
              <a:buSzPct val="45000"/>
              <a:buFont typeface="Wingdings" charset="2"/>
              <a:buChar char=""/>
            </a:pPr>
            <a:r>
              <a:rPr lang="en-IN" sz="1800" b="0" u="none" strike="noStrike">
                <a:solidFill>
                  <a:srgbClr val="000000"/>
                </a:solidFill>
                <a:effectLst/>
                <a:uFillTx/>
                <a:latin typeface="Calibri"/>
              </a:rPr>
              <a:t>Third Outline Level</a:t>
            </a:r>
            <a:endParaRPr lang="en-IN" sz="1800" b="0" u="none" strike="noStrike">
              <a:solidFill>
                <a:srgbClr val="000000"/>
              </a:solidFill>
              <a:effectLst/>
              <a:uFillTx/>
              <a:latin typeface="Calibri"/>
            </a:endParaRPr>
          </a:p>
          <a:p>
            <a:pPr marL="1728000" lvl="3" indent="-216000" algn="l" defTabSz="914400">
              <a:lnSpc>
                <a:spcPct val="90000"/>
              </a:lnSpc>
              <a:spcBef>
                <a:spcPts val="567"/>
              </a:spcBef>
              <a:buClr>
                <a:srgbClr val="000000"/>
              </a:buClr>
              <a:buSzPct val="75000"/>
              <a:buFont typeface="Symbol" charset="2"/>
              <a:buChar char=""/>
            </a:pPr>
            <a:r>
              <a:rPr lang="en-IN" sz="1800" b="0" u="none" strike="noStrike">
                <a:solidFill>
                  <a:srgbClr val="000000"/>
                </a:solidFill>
                <a:effectLst/>
                <a:uFillTx/>
                <a:latin typeface="Calibri"/>
              </a:rPr>
              <a:t>Fourth Outline Level</a:t>
            </a:r>
            <a:endParaRPr lang="en-IN" sz="1800" b="0" u="none" strike="noStrike">
              <a:solidFill>
                <a:srgbClr val="000000"/>
              </a:solidFill>
              <a:effectLst/>
              <a:uFillTx/>
              <a:latin typeface="Calibri"/>
            </a:endParaRPr>
          </a:p>
          <a:p>
            <a:pPr marL="2160000" lvl="4" indent="-216000" algn="l" defTabSz="914400">
              <a:lnSpc>
                <a:spcPct val="90000"/>
              </a:lnSpc>
              <a:spcBef>
                <a:spcPts val="283"/>
              </a:spcBef>
              <a:buClr>
                <a:srgbClr val="000000"/>
              </a:buClr>
              <a:buSzPct val="45000"/>
              <a:buFont typeface="Wingdings" charset="2"/>
              <a:buChar char=""/>
            </a:pPr>
            <a:r>
              <a:rPr lang="en-IN" sz="2000" b="0" u="none" strike="noStrike">
                <a:solidFill>
                  <a:srgbClr val="000000"/>
                </a:solidFill>
                <a:effectLst/>
                <a:uFillTx/>
                <a:latin typeface="Calibri"/>
              </a:rPr>
              <a:t>Fifth Outline Level</a:t>
            </a:r>
            <a:endParaRPr lang="en-IN" sz="2000" b="0" u="none" strike="noStrike">
              <a:solidFill>
                <a:srgbClr val="000000"/>
              </a:solidFill>
              <a:effectLst/>
              <a:uFillTx/>
              <a:latin typeface="Calibri"/>
            </a:endParaRPr>
          </a:p>
          <a:p>
            <a:pPr marL="2592000" lvl="5" indent="-216000" algn="l" defTabSz="914400">
              <a:lnSpc>
                <a:spcPct val="90000"/>
              </a:lnSpc>
              <a:spcBef>
                <a:spcPts val="283"/>
              </a:spcBef>
              <a:buClr>
                <a:srgbClr val="000000"/>
              </a:buClr>
              <a:buSzPct val="45000"/>
              <a:buFont typeface="Wingdings" charset="2"/>
              <a:buChar char=""/>
            </a:pPr>
            <a:r>
              <a:rPr lang="en-IN" sz="2000" b="0" u="none" strike="noStrike">
                <a:solidFill>
                  <a:srgbClr val="000000"/>
                </a:solidFill>
                <a:effectLst/>
                <a:uFillTx/>
                <a:latin typeface="Calibri"/>
              </a:rPr>
              <a:t>Sixth Outline Level</a:t>
            </a:r>
            <a:endParaRPr lang="en-IN" sz="2000" b="0" u="none" strike="noStrike">
              <a:solidFill>
                <a:srgbClr val="000000"/>
              </a:solidFill>
              <a:effectLst/>
              <a:uFillTx/>
              <a:latin typeface="Calibri"/>
            </a:endParaRPr>
          </a:p>
          <a:p>
            <a:pPr marL="3024000" lvl="6" indent="-216000" algn="l" defTabSz="914400">
              <a:lnSpc>
                <a:spcPct val="90000"/>
              </a:lnSpc>
              <a:spcBef>
                <a:spcPts val="283"/>
              </a:spcBef>
              <a:buClr>
                <a:srgbClr val="000000"/>
              </a:buClr>
              <a:buSzPct val="45000"/>
              <a:buFont typeface="Wingdings" charset="2"/>
              <a:buChar char=""/>
            </a:pPr>
            <a:r>
              <a:rPr lang="en-IN" sz="2000" b="0" u="none" strike="noStrike">
                <a:solidFill>
                  <a:srgbClr val="000000"/>
                </a:solidFill>
                <a:effectLst/>
                <a:uFillTx/>
                <a:latin typeface="Calibri"/>
              </a:rPr>
              <a:t>Seventh Outline Level</a:t>
            </a:r>
            <a:endParaRPr lang="en-IN" sz="2000" b="0" u="none" strike="noStrike">
              <a:solidFill>
                <a:srgbClr val="000000"/>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2.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7.png"/><Relationship Id="rId5"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8.png"/><Relationship Id="rId5"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9.png"/><Relationship Id="rId5"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2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2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2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2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
</Relationships>
</file>

<file path=ppt/slides/_rels/slide28.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26" name="object 2"/>
          <p:cNvSpPr/>
          <p:nvPr/>
        </p:nvSpPr>
        <p:spPr>
          <a:xfrm>
            <a:off x="3064320" y="2532240"/>
            <a:ext cx="6834960" cy="1475280"/>
          </a:xfrm>
          <a:prstGeom prst="rect">
            <a:avLst/>
          </a:prstGeom>
          <a:noFill/>
          <a:ln w="0">
            <a:noFill/>
          </a:ln>
        </p:spPr>
        <p:style>
          <a:lnRef idx="0"/>
          <a:fillRef idx="0"/>
          <a:effectRef idx="0"/>
          <a:fontRef idx="minor"/>
        </p:style>
        <p:txBody>
          <a:bodyPr lIns="0" tIns="12600" rIns="0" bIns="0" anchor="t">
            <a:spAutoFit/>
          </a:bodyPr>
          <a:p>
            <a:pPr marL="447840" indent="-434880" defTabSz="914400">
              <a:lnSpc>
                <a:spcPct val="100000"/>
              </a:lnSpc>
              <a:spcBef>
                <a:spcPts val="99"/>
              </a:spcBef>
              <a:buClr>
                <a:srgbClr val="006600"/>
              </a:buClr>
              <a:buSzPct val="99000"/>
              <a:buFont typeface="Microsoft Sans Serif"/>
              <a:buChar char="•"/>
              <a:tabLst>
                <a:tab pos="447840" algn="l"/>
              </a:tabLst>
            </a:pPr>
            <a:r>
              <a:rPr lang="en-IN" sz="9600" b="0" u="none" spc="-96" strike="noStrike">
                <a:solidFill>
                  <a:srgbClr val="006600"/>
                </a:solidFill>
                <a:effectLst/>
                <a:uFillTx/>
                <a:latin typeface="Tahoma"/>
              </a:rPr>
              <a:t>Batch</a:t>
            </a:r>
            <a:r>
              <a:rPr lang="en-IN" sz="9600" b="0" u="none" spc="-635" strike="noStrike">
                <a:solidFill>
                  <a:srgbClr val="006600"/>
                </a:solidFill>
                <a:effectLst/>
                <a:uFillTx/>
                <a:latin typeface="Tahoma"/>
              </a:rPr>
              <a:t> </a:t>
            </a:r>
            <a:r>
              <a:rPr lang="en-IN" sz="9600" b="0" u="none" strike="noStrike">
                <a:solidFill>
                  <a:srgbClr val="006600"/>
                </a:solidFill>
                <a:effectLst/>
                <a:uFillTx/>
                <a:latin typeface="Tahoma"/>
              </a:rPr>
              <a:t>–</a:t>
            </a:r>
            <a:r>
              <a:rPr lang="en-IN" sz="9600" b="0" u="none" spc="-754" strike="noStrike">
                <a:solidFill>
                  <a:srgbClr val="006600"/>
                </a:solidFill>
                <a:effectLst/>
                <a:uFillTx/>
                <a:latin typeface="Tahoma"/>
              </a:rPr>
              <a:t> </a:t>
            </a:r>
            <a:r>
              <a:rPr lang="en-IN" sz="9600" b="0" u="none" spc="31" strike="noStrike">
                <a:solidFill>
                  <a:srgbClr val="006600"/>
                </a:solidFill>
                <a:effectLst/>
                <a:uFillTx/>
                <a:latin typeface="Tahoma"/>
              </a:rPr>
              <a:t>B5</a:t>
            </a:r>
            <a:endParaRPr lang="en-IN" sz="9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27" name="object 2"/>
          <p:cNvSpPr/>
          <p:nvPr/>
        </p:nvSpPr>
        <p:spPr>
          <a:xfrm>
            <a:off x="900000" y="2254680"/>
            <a:ext cx="10619640" cy="444600"/>
          </a:xfrm>
          <a:prstGeom prst="rect">
            <a:avLst/>
          </a:prstGeom>
          <a:noFill/>
          <a:ln w="0">
            <a:noFill/>
          </a:ln>
        </p:spPr>
        <p:style>
          <a:lnRef idx="0"/>
          <a:fillRef idx="0"/>
          <a:effectRef idx="0"/>
          <a:fontRef idx="minor"/>
        </p:style>
        <p:txBody>
          <a:bodyPr lIns="0" tIns="12600" rIns="0" bIns="0" anchor="t">
            <a:spAutoFit/>
          </a:bodyPr>
          <a:p>
            <a:pPr marL="12600" defTabSz="914400">
              <a:lnSpc>
                <a:spcPts val="3404"/>
              </a:lnSpc>
              <a:spcBef>
                <a:spcPts val="99"/>
              </a:spcBef>
            </a:pPr>
            <a:r>
              <a:rPr lang="en-IN" sz="3200" b="1" u="none" spc="-99" strike="noStrike">
                <a:solidFill>
                  <a:srgbClr val="001F5F"/>
                </a:solidFill>
                <a:effectLst/>
                <a:uFillTx/>
                <a:latin typeface="Maiandra GD"/>
              </a:rPr>
              <a:t>EV-</a:t>
            </a:r>
            <a:r>
              <a:rPr lang="en-IN" sz="3200" b="1" u="none" spc="-91" strike="noStrike">
                <a:solidFill>
                  <a:srgbClr val="001F5F"/>
                </a:solidFill>
                <a:effectLst/>
                <a:uFillTx/>
                <a:latin typeface="Maiandra GD"/>
              </a:rPr>
              <a:t>Agent:</a:t>
            </a:r>
            <a:r>
              <a:rPr lang="en-IN" sz="3200" b="1" u="none" spc="-164" strike="noStrike">
                <a:solidFill>
                  <a:srgbClr val="001F5F"/>
                </a:solidFill>
                <a:effectLst/>
                <a:uFillTx/>
                <a:latin typeface="Maiandra GD"/>
              </a:rPr>
              <a:t> </a:t>
            </a:r>
            <a:r>
              <a:rPr lang="en-IN" sz="3200" b="1" u="none" spc="-99" strike="noStrike">
                <a:solidFill>
                  <a:srgbClr val="001F5F"/>
                </a:solidFill>
                <a:effectLst/>
                <a:uFillTx/>
                <a:latin typeface="Maiandra GD"/>
              </a:rPr>
              <a:t>Agentic</a:t>
            </a:r>
            <a:r>
              <a:rPr lang="en-IN" sz="3200" b="1" u="none" spc="-145" strike="noStrike">
                <a:solidFill>
                  <a:srgbClr val="001F5F"/>
                </a:solidFill>
                <a:effectLst/>
                <a:uFillTx/>
                <a:latin typeface="Maiandra GD"/>
              </a:rPr>
              <a:t> </a:t>
            </a:r>
            <a:r>
              <a:rPr lang="en-IN" sz="3200" b="1" u="none" spc="-60" strike="noStrike">
                <a:solidFill>
                  <a:srgbClr val="001F5F"/>
                </a:solidFill>
                <a:effectLst/>
                <a:uFillTx/>
                <a:latin typeface="Maiandra GD"/>
              </a:rPr>
              <a:t>AI</a:t>
            </a:r>
            <a:r>
              <a:rPr lang="en-IN" sz="3200" b="1" u="none" spc="-156" strike="noStrike">
                <a:solidFill>
                  <a:srgbClr val="001F5F"/>
                </a:solidFill>
                <a:effectLst/>
                <a:uFillTx/>
                <a:latin typeface="Maiandra GD"/>
              </a:rPr>
              <a:t> </a:t>
            </a:r>
            <a:r>
              <a:rPr lang="en-IN" sz="3200" b="1" u="none" spc="-91" strike="noStrike">
                <a:solidFill>
                  <a:srgbClr val="001F5F"/>
                </a:solidFill>
                <a:effectLst/>
                <a:uFillTx/>
                <a:latin typeface="Maiandra GD"/>
              </a:rPr>
              <a:t>Powered</a:t>
            </a:r>
            <a:r>
              <a:rPr lang="en-IN" sz="3200" b="1" u="none" spc="-190" strike="noStrike">
                <a:solidFill>
                  <a:srgbClr val="001F5F"/>
                </a:solidFill>
                <a:effectLst/>
                <a:uFillTx/>
                <a:latin typeface="Maiandra GD"/>
              </a:rPr>
              <a:t> </a:t>
            </a:r>
            <a:r>
              <a:rPr lang="en-IN" sz="3200" b="1" u="none" spc="-96" strike="noStrike">
                <a:solidFill>
                  <a:srgbClr val="001F5F"/>
                </a:solidFill>
                <a:effectLst/>
                <a:uFillTx/>
                <a:latin typeface="Maiandra GD"/>
              </a:rPr>
              <a:t>Smart</a:t>
            </a:r>
            <a:r>
              <a:rPr lang="en-IN" sz="3200" b="1" u="none" spc="-150" strike="noStrike">
                <a:solidFill>
                  <a:srgbClr val="001F5F"/>
                </a:solidFill>
                <a:effectLst/>
                <a:uFillTx/>
                <a:latin typeface="Maiandra GD"/>
              </a:rPr>
              <a:t> </a:t>
            </a:r>
            <a:r>
              <a:rPr lang="en-IN" sz="3200" b="1" u="none" spc="-26" strike="noStrike">
                <a:solidFill>
                  <a:srgbClr val="001F5F"/>
                </a:solidFill>
                <a:effectLst/>
                <a:uFillTx/>
                <a:latin typeface="Maiandra GD"/>
              </a:rPr>
              <a:t>EV </a:t>
            </a:r>
            <a:r>
              <a:rPr lang="en-IN" sz="3200" b="1" u="none" spc="-99" strike="noStrike">
                <a:solidFill>
                  <a:srgbClr val="001F5F"/>
                </a:solidFill>
                <a:effectLst/>
                <a:uFillTx/>
                <a:latin typeface="Maiandra GD"/>
              </a:rPr>
              <a:t>Charging</a:t>
            </a:r>
            <a:r>
              <a:rPr lang="en-IN" sz="3200" b="1" u="none" spc="-159" strike="noStrike">
                <a:solidFill>
                  <a:srgbClr val="001F5F"/>
                </a:solidFill>
                <a:effectLst/>
                <a:uFillTx/>
                <a:latin typeface="Maiandra GD"/>
              </a:rPr>
              <a:t> </a:t>
            </a:r>
            <a:r>
              <a:rPr lang="en-IN" sz="3200" b="1" u="none" spc="-11" strike="noStrike">
                <a:solidFill>
                  <a:srgbClr val="001F5F"/>
                </a:solidFill>
                <a:effectLst/>
                <a:uFillTx/>
                <a:latin typeface="Maiandra GD"/>
              </a:rPr>
              <a:t>Platform</a:t>
            </a:r>
            <a:endParaRPr lang="en-IN" sz="3200" b="0" u="none" strike="noStrike">
              <a:solidFill>
                <a:srgbClr val="000000"/>
              </a:solidFill>
              <a:effectLst/>
              <a:uFillTx/>
              <a:latin typeface="Arial"/>
            </a:endParaRPr>
          </a:p>
        </p:txBody>
      </p:sp>
      <p:sp>
        <p:nvSpPr>
          <p:cNvPr id="28" name="PlaceHolder 1"/>
          <p:cNvSpPr>
            <a:spLocks noGrp="1"/>
          </p:cNvSpPr>
          <p:nvPr>
            <p:ph type="title"/>
          </p:nvPr>
        </p:nvSpPr>
        <p:spPr>
          <a:xfrm>
            <a:off x="2880000" y="1467360"/>
            <a:ext cx="8177040" cy="1233000"/>
          </a:xfrm>
          <a:prstGeom prst="rect">
            <a:avLst/>
          </a:prstGeom>
          <a:noFill/>
          <a:ln w="0">
            <a:noFill/>
          </a:ln>
        </p:spPr>
        <p:txBody>
          <a:bodyPr lIns="0" tIns="13320" rIns="0" bIns="0" anchor="t">
            <a:spAutoFit/>
          </a:bodyPr>
          <a:p>
            <a:pPr marL="12600" indent="0" algn="l" defTabSz="914400">
              <a:lnSpc>
                <a:spcPct val="100000"/>
              </a:lnSpc>
              <a:spcBef>
                <a:spcPts val="105"/>
              </a:spcBef>
              <a:buNone/>
              <a:tabLst>
                <a:tab pos="0" algn="l"/>
              </a:tabLst>
            </a:pPr>
            <a:r>
              <a:rPr lang="en-IN" sz="4000" b="1" u="sng" spc="-105" strike="noStrike">
                <a:solidFill>
                  <a:srgbClr val="001F5F"/>
                </a:solidFill>
                <a:effectLst/>
                <a:uFillTx/>
                <a:latin typeface="Maiandra GD"/>
              </a:rPr>
              <a:t>EEC23702 </a:t>
            </a:r>
            <a:r>
              <a:rPr lang="en-IN" sz="4000" b="1" u="sng" spc="-196" strike="noStrike">
                <a:solidFill>
                  <a:srgbClr val="001F5F"/>
                </a:solidFill>
                <a:effectLst/>
                <a:uFillTx/>
                <a:latin typeface="Maiandra GD"/>
              </a:rPr>
              <a:t>-</a:t>
            </a:r>
            <a:r>
              <a:rPr lang="en-IN" sz="4000" b="1" u="sng" spc="119" strike="noStrike">
                <a:solidFill>
                  <a:srgbClr val="001F5F"/>
                </a:solidFill>
                <a:effectLst/>
                <a:uFillTx/>
                <a:latin typeface="Maiandra GD"/>
              </a:rPr>
              <a:t>Mini</a:t>
            </a:r>
            <a:r>
              <a:rPr lang="en-IN" sz="4000" b="1" u="sng" spc="96" strike="noStrike">
                <a:solidFill>
                  <a:srgbClr val="001F5F"/>
                </a:solidFill>
                <a:effectLst/>
                <a:uFillTx/>
                <a:latin typeface="Maiandra GD"/>
              </a:rPr>
              <a:t> </a:t>
            </a:r>
            <a:r>
              <a:rPr lang="en-IN" sz="4000" b="1" u="sng" spc="-40" strike="noStrike">
                <a:solidFill>
                  <a:srgbClr val="001F5F"/>
                </a:solidFill>
                <a:effectLst/>
                <a:uFillTx/>
                <a:latin typeface="Maiandra GD"/>
              </a:rPr>
              <a:t>Project</a:t>
            </a:r>
            <a:r>
              <a:rPr lang="en-IN" sz="4000" b="1" u="sng" spc="-201" strike="noStrike">
                <a:solidFill>
                  <a:srgbClr val="001F5F"/>
                </a:solidFill>
                <a:effectLst/>
                <a:uFillTx/>
                <a:latin typeface="Maiandra GD"/>
              </a:rPr>
              <a:t> </a:t>
            </a:r>
            <a:r>
              <a:rPr lang="en-IN" sz="4000" b="1" u="sng" spc="31" strike="noStrike">
                <a:solidFill>
                  <a:srgbClr val="001F5F"/>
                </a:solidFill>
                <a:effectLst/>
                <a:uFillTx/>
                <a:latin typeface="Maiandra GD"/>
              </a:rPr>
              <a:t>Work</a:t>
            </a:r>
            <a:endParaRPr lang="en-IN" sz="4000" b="0" u="none" strike="noStrike">
              <a:solidFill>
                <a:srgbClr val="000000"/>
              </a:solidFill>
              <a:effectLst/>
              <a:uFillTx/>
              <a:latin typeface="Calibri"/>
            </a:endParaRPr>
          </a:p>
        </p:txBody>
      </p:sp>
      <p:sp>
        <p:nvSpPr>
          <p:cNvPr id="29" name="object 4"/>
          <p:cNvSpPr/>
          <p:nvPr/>
        </p:nvSpPr>
        <p:spPr>
          <a:xfrm>
            <a:off x="458640" y="3016440"/>
            <a:ext cx="3691440" cy="2455920"/>
          </a:xfrm>
          <a:prstGeom prst="rect">
            <a:avLst/>
          </a:prstGeom>
          <a:noFill/>
          <a:ln w="0">
            <a:noFill/>
          </a:ln>
        </p:spPr>
        <p:style>
          <a:lnRef idx="0"/>
          <a:fillRef idx="0"/>
          <a:effectRef idx="0"/>
          <a:fontRef idx="minor"/>
        </p:style>
        <p:txBody>
          <a:bodyPr lIns="0" tIns="76680" rIns="0" bIns="0" anchor="t">
            <a:spAutoFit/>
          </a:bodyPr>
          <a:p>
            <a:pPr marL="12600" defTabSz="914400">
              <a:lnSpc>
                <a:spcPct val="100000"/>
              </a:lnSpc>
              <a:spcBef>
                <a:spcPts val="604"/>
              </a:spcBef>
            </a:pPr>
            <a:r>
              <a:rPr lang="en-IN" sz="1800" b="1" u="sng" spc="-51" strike="noStrike">
                <a:solidFill>
                  <a:srgbClr val="000000"/>
                </a:solidFill>
                <a:effectLst/>
                <a:uFill>
                  <a:solidFill>
                    <a:srgbClr val="000000"/>
                  </a:solidFill>
                </a:uFill>
                <a:latin typeface="Maiandra GD"/>
              </a:rPr>
              <a:t>Presented</a:t>
            </a:r>
            <a:r>
              <a:rPr lang="en-IN" sz="1800" b="1" u="sng" spc="-91" strike="noStrike">
                <a:solidFill>
                  <a:srgbClr val="000000"/>
                </a:solidFill>
                <a:effectLst/>
                <a:uFill>
                  <a:solidFill>
                    <a:srgbClr val="000000"/>
                  </a:solidFill>
                </a:uFill>
                <a:latin typeface="Maiandra GD"/>
              </a:rPr>
              <a:t> </a:t>
            </a:r>
            <a:r>
              <a:rPr lang="en-IN" sz="1800" b="1" u="sng" spc="-26" strike="noStrike">
                <a:solidFill>
                  <a:srgbClr val="000000"/>
                </a:solidFill>
                <a:effectLst/>
                <a:uFill>
                  <a:solidFill>
                    <a:srgbClr val="000000"/>
                  </a:solidFill>
                </a:uFill>
                <a:latin typeface="Maiandra GD"/>
              </a:rPr>
              <a:t>by.</a:t>
            </a:r>
            <a:endParaRPr lang="en-IN" sz="1800" b="0" u="none" strike="noStrike">
              <a:solidFill>
                <a:srgbClr val="000000"/>
              </a:solidFill>
              <a:effectLst/>
              <a:uFillTx/>
              <a:latin typeface="Arial"/>
            </a:endParaRPr>
          </a:p>
          <a:p>
            <a:pPr marL="231120" indent="-218520" defTabSz="914400">
              <a:lnSpc>
                <a:spcPct val="100000"/>
              </a:lnSpc>
              <a:spcBef>
                <a:spcPts val="505"/>
              </a:spcBef>
              <a:buClr>
                <a:srgbClr val="000000"/>
              </a:buClr>
              <a:buFont typeface="OpenSymbol"/>
              <a:buAutoNum type="arabicPeriod"/>
              <a:tabLst>
                <a:tab pos="231120" algn="l"/>
              </a:tabLst>
            </a:pPr>
            <a:r>
              <a:rPr lang="en-IN" sz="1800" b="1" u="none" strike="noStrike">
                <a:solidFill>
                  <a:srgbClr val="000000"/>
                </a:solidFill>
                <a:effectLst/>
                <a:uFillTx/>
                <a:latin typeface="Maiandra GD"/>
              </a:rPr>
              <a:t>Mr.</a:t>
            </a:r>
            <a:r>
              <a:rPr lang="en-IN" sz="1800" b="1" u="none" spc="-14" strike="noStrike">
                <a:solidFill>
                  <a:srgbClr val="000000"/>
                </a:solidFill>
                <a:effectLst/>
                <a:uFillTx/>
                <a:latin typeface="Maiandra GD"/>
              </a:rPr>
              <a:t> </a:t>
            </a:r>
            <a:r>
              <a:rPr lang="en-IN" sz="1800" b="1" u="none" spc="-51" strike="noStrike">
                <a:solidFill>
                  <a:srgbClr val="000000"/>
                </a:solidFill>
                <a:effectLst/>
                <a:uFillTx/>
                <a:latin typeface="Maiandra GD"/>
              </a:rPr>
              <a:t>Prasannaa</a:t>
            </a:r>
            <a:r>
              <a:rPr lang="en-IN" sz="1800" b="1" u="none" spc="-40" strike="noStrike">
                <a:solidFill>
                  <a:srgbClr val="000000"/>
                </a:solidFill>
                <a:effectLst/>
                <a:uFillTx/>
                <a:latin typeface="Maiandra GD"/>
              </a:rPr>
              <a:t> </a:t>
            </a:r>
            <a:r>
              <a:rPr lang="en-IN" sz="1800" b="1" u="none" spc="-26" strike="noStrike">
                <a:solidFill>
                  <a:srgbClr val="000000"/>
                </a:solidFill>
                <a:effectLst/>
                <a:uFillTx/>
                <a:latin typeface="Maiandra GD"/>
              </a:rPr>
              <a:t>DP</a:t>
            </a:r>
            <a:endParaRPr lang="en-IN" sz="1800" b="0" u="none" strike="noStrike">
              <a:solidFill>
                <a:srgbClr val="000000"/>
              </a:solidFill>
              <a:effectLst/>
              <a:uFillTx/>
              <a:latin typeface="Arial"/>
            </a:endParaRPr>
          </a:p>
          <a:p>
            <a:pPr marL="278640" indent="-266040" defTabSz="914400">
              <a:lnSpc>
                <a:spcPct val="100000"/>
              </a:lnSpc>
              <a:spcBef>
                <a:spcPts val="505"/>
              </a:spcBef>
              <a:buClr>
                <a:srgbClr val="000000"/>
              </a:buClr>
              <a:buFont typeface="OpenSymbol"/>
              <a:buAutoNum type="arabicPeriod"/>
              <a:tabLst>
                <a:tab pos="278640" algn="l"/>
              </a:tabLst>
            </a:pPr>
            <a:r>
              <a:rPr lang="en-IN" sz="1800" b="1" u="none" strike="noStrike">
                <a:solidFill>
                  <a:srgbClr val="000000"/>
                </a:solidFill>
                <a:effectLst/>
                <a:uFillTx/>
                <a:latin typeface="Maiandra GD"/>
              </a:rPr>
              <a:t>Mr.</a:t>
            </a:r>
            <a:r>
              <a:rPr lang="en-IN" sz="1800" b="1" u="none" spc="-31" strike="noStrike">
                <a:solidFill>
                  <a:srgbClr val="000000"/>
                </a:solidFill>
                <a:effectLst/>
                <a:uFillTx/>
                <a:latin typeface="Maiandra GD"/>
              </a:rPr>
              <a:t> </a:t>
            </a:r>
            <a:r>
              <a:rPr lang="en-IN" sz="1800" b="1" u="none" strike="noStrike">
                <a:solidFill>
                  <a:srgbClr val="000000"/>
                </a:solidFill>
                <a:effectLst/>
                <a:uFillTx/>
                <a:latin typeface="Maiandra GD"/>
              </a:rPr>
              <a:t>Rahul</a:t>
            </a:r>
            <a:r>
              <a:rPr lang="en-IN" sz="1800" b="1" u="none" spc="-71" strike="noStrike">
                <a:solidFill>
                  <a:srgbClr val="000000"/>
                </a:solidFill>
                <a:effectLst/>
                <a:uFillTx/>
                <a:latin typeface="Maiandra GD"/>
              </a:rPr>
              <a:t> </a:t>
            </a:r>
            <a:r>
              <a:rPr lang="en-IN" sz="1800" b="1" u="none" spc="51" strike="noStrike">
                <a:solidFill>
                  <a:srgbClr val="000000"/>
                </a:solidFill>
                <a:effectLst/>
                <a:uFillTx/>
                <a:latin typeface="Maiandra GD"/>
              </a:rPr>
              <a:t>TH</a:t>
            </a:r>
            <a:endParaRPr lang="en-IN" sz="1800" b="0" u="none" strike="noStrike">
              <a:solidFill>
                <a:srgbClr val="000000"/>
              </a:solidFill>
              <a:effectLst/>
              <a:uFillTx/>
              <a:latin typeface="Arial"/>
            </a:endParaRPr>
          </a:p>
          <a:p>
            <a:pPr marL="278640" indent="-266040" defTabSz="914400">
              <a:lnSpc>
                <a:spcPct val="100000"/>
              </a:lnSpc>
              <a:spcBef>
                <a:spcPts val="490"/>
              </a:spcBef>
              <a:buClr>
                <a:srgbClr val="000000"/>
              </a:buClr>
              <a:buFont typeface="OpenSymbol"/>
              <a:buAutoNum type="arabicPeriod"/>
              <a:tabLst>
                <a:tab pos="278640" algn="l"/>
              </a:tabLst>
            </a:pPr>
            <a:r>
              <a:rPr lang="en-IN" sz="1800" b="1" u="none" strike="noStrike">
                <a:solidFill>
                  <a:srgbClr val="000000"/>
                </a:solidFill>
                <a:effectLst/>
                <a:uFillTx/>
                <a:latin typeface="Maiandra GD"/>
              </a:rPr>
              <a:t>Mr.</a:t>
            </a:r>
            <a:r>
              <a:rPr lang="en-IN" sz="1800" b="1" u="none" spc="34" strike="noStrike">
                <a:solidFill>
                  <a:srgbClr val="000000"/>
                </a:solidFill>
                <a:effectLst/>
                <a:uFillTx/>
                <a:latin typeface="Maiandra GD"/>
              </a:rPr>
              <a:t> </a:t>
            </a:r>
            <a:r>
              <a:rPr lang="en-IN" sz="1800" b="1" u="none" spc="-54" strike="noStrike">
                <a:solidFill>
                  <a:srgbClr val="000000"/>
                </a:solidFill>
                <a:effectLst/>
                <a:uFillTx/>
                <a:latin typeface="Maiandra GD"/>
              </a:rPr>
              <a:t>Sharun</a:t>
            </a:r>
            <a:r>
              <a:rPr lang="en-IN" sz="1800" b="1" u="none" spc="-136" strike="noStrike">
                <a:solidFill>
                  <a:srgbClr val="000000"/>
                </a:solidFill>
                <a:effectLst/>
                <a:uFillTx/>
                <a:latin typeface="Maiandra GD"/>
              </a:rPr>
              <a:t> </a:t>
            </a:r>
            <a:r>
              <a:rPr lang="en-IN" sz="1800" b="1" u="none" spc="-26" strike="noStrike">
                <a:solidFill>
                  <a:srgbClr val="000000"/>
                </a:solidFill>
                <a:effectLst/>
                <a:uFillTx/>
                <a:latin typeface="Maiandra GD"/>
              </a:rPr>
              <a:t>SR</a:t>
            </a:r>
            <a:endParaRPr lang="en-IN" sz="1800" b="0" u="none" strike="noStrike">
              <a:solidFill>
                <a:srgbClr val="000000"/>
              </a:solidFill>
              <a:effectLst/>
              <a:uFillTx/>
              <a:latin typeface="Arial"/>
            </a:endParaRPr>
          </a:p>
          <a:p>
            <a:pPr marL="12600" defTabSz="914400">
              <a:lnSpc>
                <a:spcPct val="123000"/>
              </a:lnSpc>
              <a:spcBef>
                <a:spcPts val="210"/>
              </a:spcBef>
              <a:tabLst>
                <a:tab pos="278640" algn="l"/>
              </a:tabLst>
            </a:pPr>
            <a:r>
              <a:rPr lang="en-IN" sz="1800" b="1" u="sng" spc="-34" strike="noStrike">
                <a:solidFill>
                  <a:srgbClr val="000000"/>
                </a:solidFill>
                <a:effectLst/>
                <a:uFill>
                  <a:solidFill>
                    <a:srgbClr val="000000"/>
                  </a:solidFill>
                </a:uFill>
                <a:latin typeface="Maiandra GD"/>
              </a:rPr>
              <a:t>Project</a:t>
            </a:r>
            <a:r>
              <a:rPr lang="en-IN" sz="1800" b="1" u="sng" spc="-74" strike="noStrike">
                <a:solidFill>
                  <a:srgbClr val="000000"/>
                </a:solidFill>
                <a:effectLst/>
                <a:uFill>
                  <a:solidFill>
                    <a:srgbClr val="000000"/>
                  </a:solidFill>
                </a:uFill>
                <a:latin typeface="Maiandra GD"/>
              </a:rPr>
              <a:t> </a:t>
            </a:r>
            <a:r>
              <a:rPr lang="en-IN" sz="1800" b="1" u="sng" spc="-11" strike="noStrike">
                <a:solidFill>
                  <a:srgbClr val="000000"/>
                </a:solidFill>
                <a:effectLst/>
                <a:uFill>
                  <a:solidFill>
                    <a:srgbClr val="000000"/>
                  </a:solidFill>
                </a:uFill>
                <a:latin typeface="Maiandra GD"/>
              </a:rPr>
              <a:t>Coordinator</a:t>
            </a:r>
            <a:endParaRPr lang="en-IN" sz="1800" b="0" u="none" strike="noStrike">
              <a:solidFill>
                <a:srgbClr val="000000"/>
              </a:solidFill>
              <a:effectLst/>
              <a:uFillTx/>
              <a:latin typeface="Arial"/>
            </a:endParaRPr>
          </a:p>
          <a:p>
            <a:pPr marL="12600" defTabSz="914400">
              <a:lnSpc>
                <a:spcPct val="123000"/>
              </a:lnSpc>
              <a:spcBef>
                <a:spcPts val="210"/>
              </a:spcBef>
              <a:tabLst>
                <a:tab pos="278640" algn="l"/>
              </a:tabLst>
            </a:pPr>
            <a:r>
              <a:rPr lang="en-GB" sz="1800" b="1" u="none" spc="-11" strike="noStrike">
                <a:solidFill>
                  <a:srgbClr val="000000"/>
                </a:solidFill>
                <a:effectLst/>
                <a:uFillTx/>
                <a:latin typeface="Maiandra GD"/>
              </a:rPr>
              <a:t>Dr. C. Srivenkateswaran</a:t>
            </a:r>
            <a:endParaRPr lang="en-IN" sz="1800" b="0" u="none" strike="noStrike">
              <a:solidFill>
                <a:srgbClr val="000000"/>
              </a:solidFill>
              <a:effectLst/>
              <a:uFillTx/>
              <a:latin typeface="Arial"/>
            </a:endParaRPr>
          </a:p>
          <a:p>
            <a:pPr marL="12600" defTabSz="914400">
              <a:lnSpc>
                <a:spcPct val="123000"/>
              </a:lnSpc>
              <a:spcBef>
                <a:spcPts val="210"/>
              </a:spcBef>
              <a:tabLst>
                <a:tab pos="278640" algn="l"/>
              </a:tabLst>
            </a:pPr>
            <a:r>
              <a:rPr lang="en-GB" sz="1800" b="1" u="none" spc="-11" strike="noStrike">
                <a:solidFill>
                  <a:srgbClr val="000000"/>
                </a:solidFill>
                <a:effectLst/>
                <a:uFillTx/>
                <a:latin typeface="Maiandra GD"/>
              </a:rPr>
              <a:t>Professor</a:t>
            </a:r>
            <a:endParaRPr lang="en-IN" sz="1800" b="0" u="none" strike="noStrike">
              <a:solidFill>
                <a:srgbClr val="000000"/>
              </a:solidFill>
              <a:effectLst/>
              <a:uFillTx/>
              <a:latin typeface="Arial"/>
            </a:endParaRPr>
          </a:p>
        </p:txBody>
      </p:sp>
      <p:sp>
        <p:nvSpPr>
          <p:cNvPr id="30" name="object 5"/>
          <p:cNvSpPr/>
          <p:nvPr/>
        </p:nvSpPr>
        <p:spPr>
          <a:xfrm>
            <a:off x="478800" y="5455440"/>
            <a:ext cx="3772800" cy="953280"/>
          </a:xfrm>
          <a:prstGeom prst="rect">
            <a:avLst/>
          </a:prstGeom>
          <a:noFill/>
          <a:ln w="0">
            <a:noFill/>
          </a:ln>
        </p:spPr>
        <p:style>
          <a:lnRef idx="0"/>
          <a:fillRef idx="0"/>
          <a:effectRef idx="0"/>
          <a:fontRef idx="minor"/>
        </p:style>
        <p:txBody>
          <a:bodyPr lIns="0" tIns="9360" rIns="0" bIns="0" anchor="t">
            <a:spAutoFit/>
          </a:bodyPr>
          <a:p>
            <a:pPr marL="12600" defTabSz="914400">
              <a:lnSpc>
                <a:spcPct val="101000"/>
              </a:lnSpc>
              <a:spcBef>
                <a:spcPts val="74"/>
              </a:spcBef>
            </a:pPr>
            <a:r>
              <a:rPr lang="en-IN" sz="1800" b="1" u="none" strike="noStrike">
                <a:solidFill>
                  <a:srgbClr val="000000"/>
                </a:solidFill>
                <a:effectLst/>
                <a:uFillTx/>
                <a:latin typeface="Maiandra GD"/>
              </a:rPr>
              <a:t>Department</a:t>
            </a:r>
            <a:r>
              <a:rPr lang="en-IN" sz="1800" b="1" u="none" spc="-79" strike="noStrike">
                <a:solidFill>
                  <a:srgbClr val="000000"/>
                </a:solidFill>
                <a:effectLst/>
                <a:uFillTx/>
                <a:latin typeface="Maiandra GD"/>
              </a:rPr>
              <a:t> </a:t>
            </a:r>
            <a:r>
              <a:rPr lang="en-IN" sz="1800" b="1" u="none" strike="noStrike">
                <a:solidFill>
                  <a:srgbClr val="000000"/>
                </a:solidFill>
                <a:effectLst/>
                <a:uFillTx/>
                <a:latin typeface="Maiandra GD"/>
              </a:rPr>
              <a:t>of</a:t>
            </a:r>
            <a:r>
              <a:rPr lang="en-IN" sz="1800" b="1" u="none" spc="-26" strike="noStrike">
                <a:solidFill>
                  <a:srgbClr val="000000"/>
                </a:solidFill>
                <a:effectLst/>
                <a:uFillTx/>
                <a:latin typeface="Maiandra GD"/>
              </a:rPr>
              <a:t> </a:t>
            </a:r>
            <a:r>
              <a:rPr lang="en-IN" sz="1800" b="1" u="none" strike="noStrike">
                <a:solidFill>
                  <a:srgbClr val="000000"/>
                </a:solidFill>
                <a:effectLst/>
                <a:uFillTx/>
                <a:latin typeface="Maiandra GD"/>
              </a:rPr>
              <a:t>Artificial</a:t>
            </a:r>
            <a:r>
              <a:rPr lang="en-IN" sz="1800" b="1" u="none" spc="-79" strike="noStrike">
                <a:solidFill>
                  <a:srgbClr val="000000"/>
                </a:solidFill>
                <a:effectLst/>
                <a:uFillTx/>
                <a:latin typeface="Maiandra GD"/>
              </a:rPr>
              <a:t> </a:t>
            </a:r>
            <a:r>
              <a:rPr lang="en-IN" sz="1800" b="1" u="none" spc="-34" strike="noStrike">
                <a:solidFill>
                  <a:srgbClr val="000000"/>
                </a:solidFill>
                <a:effectLst/>
                <a:uFillTx/>
                <a:latin typeface="Maiandra GD"/>
              </a:rPr>
              <a:t>Intelligence </a:t>
            </a:r>
            <a:r>
              <a:rPr lang="en-IN" sz="1800" b="1" u="none" spc="-51" strike="noStrike">
                <a:solidFill>
                  <a:srgbClr val="000000"/>
                </a:solidFill>
                <a:effectLst/>
                <a:uFillTx/>
                <a:latin typeface="Maiandra GD"/>
              </a:rPr>
              <a:t>&amp; </a:t>
            </a:r>
            <a:r>
              <a:rPr lang="en-IN" sz="1800" b="1" u="none" strike="noStrike">
                <a:solidFill>
                  <a:srgbClr val="000000"/>
                </a:solidFill>
                <a:effectLst/>
                <a:uFillTx/>
                <a:latin typeface="Maiandra GD"/>
              </a:rPr>
              <a:t>Data</a:t>
            </a:r>
            <a:r>
              <a:rPr lang="en-IN" sz="1800" b="1" u="none" spc="-71" strike="noStrike">
                <a:solidFill>
                  <a:srgbClr val="000000"/>
                </a:solidFill>
                <a:effectLst/>
                <a:uFillTx/>
                <a:latin typeface="Maiandra GD"/>
              </a:rPr>
              <a:t> </a:t>
            </a:r>
            <a:r>
              <a:rPr lang="en-IN" sz="1800" b="1" u="none" spc="-11" strike="noStrike">
                <a:solidFill>
                  <a:srgbClr val="000000"/>
                </a:solidFill>
                <a:effectLst/>
                <a:uFillTx/>
                <a:latin typeface="Maiandra GD"/>
              </a:rPr>
              <a:t>Science</a:t>
            </a:r>
            <a:endParaRPr lang="en-IN" sz="1800" b="0" u="none" strike="noStrike">
              <a:solidFill>
                <a:srgbClr val="000000"/>
              </a:solidFill>
              <a:effectLst/>
              <a:uFillTx/>
              <a:latin typeface="Arial"/>
            </a:endParaRPr>
          </a:p>
          <a:p>
            <a:pPr marL="12600" defTabSz="914400">
              <a:lnSpc>
                <a:spcPct val="100000"/>
              </a:lnSpc>
              <a:spcBef>
                <a:spcPts val="675"/>
              </a:spcBef>
            </a:pPr>
            <a:r>
              <a:rPr lang="en-IN" sz="2000" b="1" u="sng" spc="-11" strike="noStrike">
                <a:solidFill>
                  <a:srgbClr val="C00000"/>
                </a:solidFill>
                <a:effectLst/>
                <a:uFill>
                  <a:solidFill>
                    <a:srgbClr val="C00000"/>
                  </a:solidFill>
                </a:uFill>
                <a:latin typeface="Maiandra GD"/>
              </a:rPr>
              <a:t>Final review</a:t>
            </a:r>
            <a:r>
              <a:rPr lang="en-IN" sz="2000" b="1" u="sng" spc="-201" strike="noStrike">
                <a:solidFill>
                  <a:srgbClr val="C00000"/>
                </a:solidFill>
                <a:effectLst/>
                <a:uFill>
                  <a:solidFill>
                    <a:srgbClr val="C00000"/>
                  </a:solidFill>
                </a:uFill>
                <a:latin typeface="Maiandra GD"/>
              </a:rPr>
              <a:t> </a:t>
            </a:r>
            <a:r>
              <a:rPr lang="en-IN" sz="2000" b="1" u="sng" strike="noStrike">
                <a:solidFill>
                  <a:srgbClr val="C00000"/>
                </a:solidFill>
                <a:effectLst/>
                <a:uFill>
                  <a:solidFill>
                    <a:srgbClr val="C00000"/>
                  </a:solidFill>
                </a:uFill>
                <a:latin typeface="Maiandra GD"/>
              </a:rPr>
              <a:t>on</a:t>
            </a:r>
            <a:r>
              <a:rPr lang="en-IN" sz="2000" b="1" u="sng" spc="11" strike="noStrike">
                <a:solidFill>
                  <a:srgbClr val="C00000"/>
                </a:solidFill>
                <a:effectLst/>
                <a:uFill>
                  <a:solidFill>
                    <a:srgbClr val="C00000"/>
                  </a:solidFill>
                </a:uFill>
                <a:latin typeface="Maiandra GD"/>
              </a:rPr>
              <a:t> 28</a:t>
            </a:r>
            <a:r>
              <a:rPr lang="en-IN" sz="2000" b="1" u="sng" spc="-11" strike="noStrike">
                <a:solidFill>
                  <a:srgbClr val="C00000"/>
                </a:solidFill>
                <a:effectLst/>
                <a:uFill>
                  <a:solidFill>
                    <a:srgbClr val="C00000"/>
                  </a:solidFill>
                </a:uFill>
                <a:latin typeface="Maiandra GD"/>
              </a:rPr>
              <a:t>.09.26</a:t>
            </a:r>
            <a:endParaRPr lang="en-IN" sz="2000" b="0" u="none" strike="noStrike">
              <a:solidFill>
                <a:srgbClr val="000000"/>
              </a:solidFill>
              <a:effectLst/>
              <a:uFillTx/>
              <a:latin typeface="Arial"/>
            </a:endParaRPr>
          </a:p>
        </p:txBody>
      </p:sp>
      <p:sp>
        <p:nvSpPr>
          <p:cNvPr id="31" name="object 6"/>
          <p:cNvSpPr/>
          <p:nvPr/>
        </p:nvSpPr>
        <p:spPr>
          <a:xfrm>
            <a:off x="7991280" y="5124240"/>
            <a:ext cx="3776040" cy="1175760"/>
          </a:xfrm>
          <a:prstGeom prst="rect">
            <a:avLst/>
          </a:prstGeom>
          <a:noFill/>
          <a:ln w="0">
            <a:noFill/>
          </a:ln>
        </p:spPr>
        <p:style>
          <a:lnRef idx="0"/>
          <a:fillRef idx="0"/>
          <a:effectRef idx="0"/>
          <a:fontRef idx="minor"/>
        </p:style>
        <p:txBody>
          <a:bodyPr lIns="0" tIns="9360" rIns="0" bIns="0" anchor="t">
            <a:spAutoFit/>
          </a:bodyPr>
          <a:p>
            <a:pPr marL="12600" defTabSz="914400">
              <a:lnSpc>
                <a:spcPct val="101000"/>
              </a:lnSpc>
              <a:spcBef>
                <a:spcPts val="74"/>
              </a:spcBef>
            </a:pPr>
            <a:r>
              <a:rPr lang="en-IN" sz="1800" b="1" u="sng" strike="noStrike">
                <a:solidFill>
                  <a:srgbClr val="000000"/>
                </a:solidFill>
                <a:effectLst/>
                <a:uFill>
                  <a:solidFill>
                    <a:srgbClr val="000000"/>
                  </a:solidFill>
                </a:uFill>
                <a:latin typeface="Maiandra GD"/>
              </a:rPr>
              <a:t>Head</a:t>
            </a:r>
            <a:r>
              <a:rPr lang="en-IN" sz="1800" b="1" u="sng" spc="-11" strike="noStrike">
                <a:solidFill>
                  <a:srgbClr val="000000"/>
                </a:solidFill>
                <a:effectLst/>
                <a:uFill>
                  <a:solidFill>
                    <a:srgbClr val="000000"/>
                  </a:solidFill>
                </a:uFill>
                <a:latin typeface="Maiandra GD"/>
              </a:rPr>
              <a:t> </a:t>
            </a:r>
            <a:r>
              <a:rPr lang="en-IN" sz="1800" b="1" u="sng" strike="noStrike">
                <a:solidFill>
                  <a:srgbClr val="000000"/>
                </a:solidFill>
                <a:effectLst/>
                <a:uFill>
                  <a:solidFill>
                    <a:srgbClr val="000000"/>
                  </a:solidFill>
                </a:uFill>
                <a:latin typeface="Maiandra GD"/>
              </a:rPr>
              <a:t>of the</a:t>
            </a:r>
            <a:r>
              <a:rPr lang="en-IN" sz="1800" b="1" u="sng" spc="-26" strike="noStrike">
                <a:solidFill>
                  <a:srgbClr val="000000"/>
                </a:solidFill>
                <a:effectLst/>
                <a:uFill>
                  <a:solidFill>
                    <a:srgbClr val="000000"/>
                  </a:solidFill>
                </a:uFill>
                <a:latin typeface="Maiandra GD"/>
              </a:rPr>
              <a:t> </a:t>
            </a:r>
            <a:r>
              <a:rPr lang="en-IN" sz="1800" b="1" u="sng" spc="-11" strike="noStrike">
                <a:solidFill>
                  <a:srgbClr val="000000"/>
                </a:solidFill>
                <a:effectLst/>
                <a:uFill>
                  <a:solidFill>
                    <a:srgbClr val="000000"/>
                  </a:solidFill>
                </a:uFill>
                <a:latin typeface="Maiandra GD"/>
              </a:rPr>
              <a:t>Department</a:t>
            </a:r>
            <a:r>
              <a:rPr lang="en-IN" sz="1800" b="1" u="none" spc="-11" strike="noStrike">
                <a:solidFill>
                  <a:srgbClr val="000000"/>
                </a:solidFill>
                <a:effectLst/>
                <a:uFillTx/>
                <a:latin typeface="Maiandra GD"/>
              </a:rPr>
              <a:t> </a:t>
            </a:r>
            <a:endParaRPr lang="en-IN" sz="1800" b="0" u="none" strike="noStrike">
              <a:solidFill>
                <a:srgbClr val="000000"/>
              </a:solidFill>
              <a:effectLst/>
              <a:uFillTx/>
              <a:latin typeface="Arial"/>
            </a:endParaRPr>
          </a:p>
          <a:p>
            <a:pPr marL="12600" defTabSz="914400">
              <a:lnSpc>
                <a:spcPct val="101000"/>
              </a:lnSpc>
              <a:spcBef>
                <a:spcPts val="74"/>
              </a:spcBef>
            </a:pPr>
            <a:r>
              <a:rPr lang="en-IN" sz="1800" b="1" u="none" strike="noStrike">
                <a:solidFill>
                  <a:srgbClr val="000000"/>
                </a:solidFill>
                <a:effectLst/>
                <a:uFillTx/>
                <a:latin typeface="Maiandra GD"/>
              </a:rPr>
              <a:t>Ms.</a:t>
            </a:r>
            <a:r>
              <a:rPr lang="en-IN" sz="1800" b="1" u="none" spc="26" strike="noStrike">
                <a:solidFill>
                  <a:srgbClr val="000000"/>
                </a:solidFill>
                <a:effectLst/>
                <a:uFillTx/>
                <a:latin typeface="Maiandra GD"/>
              </a:rPr>
              <a:t> </a:t>
            </a:r>
            <a:r>
              <a:rPr lang="en-IN" sz="1800" b="1" u="none" strike="noStrike">
                <a:solidFill>
                  <a:srgbClr val="000000"/>
                </a:solidFill>
                <a:effectLst/>
                <a:uFillTx/>
                <a:latin typeface="Maiandra GD"/>
              </a:rPr>
              <a:t>R</a:t>
            </a:r>
            <a:r>
              <a:rPr lang="en-IN" sz="1800" b="1" u="none" spc="-20" strike="noStrike">
                <a:solidFill>
                  <a:srgbClr val="000000"/>
                </a:solidFill>
                <a:effectLst/>
                <a:uFillTx/>
                <a:latin typeface="Maiandra GD"/>
              </a:rPr>
              <a:t> </a:t>
            </a:r>
            <a:r>
              <a:rPr lang="en-IN" sz="1800" b="1" u="none" spc="-11" strike="noStrike">
                <a:solidFill>
                  <a:srgbClr val="000000"/>
                </a:solidFill>
                <a:effectLst/>
                <a:uFillTx/>
                <a:latin typeface="Maiandra GD"/>
              </a:rPr>
              <a:t>Kannamma </a:t>
            </a:r>
            <a:r>
              <a:rPr lang="en-IN" sz="1800" b="1" u="none" spc="-54" strike="noStrike">
                <a:solidFill>
                  <a:srgbClr val="000000"/>
                </a:solidFill>
                <a:effectLst/>
                <a:uFillTx/>
                <a:latin typeface="Maiandra GD"/>
              </a:rPr>
              <a:t>Assistant</a:t>
            </a:r>
            <a:r>
              <a:rPr lang="en-IN" sz="1800" b="1" u="none" spc="-85" strike="noStrike">
                <a:solidFill>
                  <a:srgbClr val="000000"/>
                </a:solidFill>
                <a:effectLst/>
                <a:uFillTx/>
                <a:latin typeface="Maiandra GD"/>
              </a:rPr>
              <a:t> </a:t>
            </a:r>
            <a:r>
              <a:rPr lang="en-IN" sz="1800" b="1" u="none" spc="-11" strike="noStrike">
                <a:solidFill>
                  <a:srgbClr val="000000"/>
                </a:solidFill>
                <a:effectLst/>
                <a:uFillTx/>
                <a:latin typeface="Maiandra GD"/>
              </a:rPr>
              <a:t>Professor</a:t>
            </a:r>
            <a:endParaRPr lang="en-IN" sz="1800" b="0" u="none" strike="noStrike">
              <a:solidFill>
                <a:srgbClr val="000000"/>
              </a:solidFill>
              <a:effectLst/>
              <a:uFillTx/>
              <a:latin typeface="Arial"/>
            </a:endParaRPr>
          </a:p>
          <a:p>
            <a:pPr marL="12600" defTabSz="914400">
              <a:lnSpc>
                <a:spcPct val="101000"/>
              </a:lnSpc>
              <a:spcBef>
                <a:spcPts val="394"/>
              </a:spcBef>
            </a:pPr>
            <a:r>
              <a:rPr lang="en-IN" sz="1800" b="1" u="none" strike="noStrike">
                <a:solidFill>
                  <a:srgbClr val="000000"/>
                </a:solidFill>
                <a:effectLst/>
                <a:uFillTx/>
                <a:latin typeface="Maiandra GD"/>
              </a:rPr>
              <a:t>Department</a:t>
            </a:r>
            <a:r>
              <a:rPr lang="en-IN" sz="1800" b="1" u="none" spc="-71" strike="noStrike">
                <a:solidFill>
                  <a:srgbClr val="000000"/>
                </a:solidFill>
                <a:effectLst/>
                <a:uFillTx/>
                <a:latin typeface="Maiandra GD"/>
              </a:rPr>
              <a:t> </a:t>
            </a:r>
            <a:r>
              <a:rPr lang="en-IN" sz="1800" b="1" u="none" strike="noStrike">
                <a:solidFill>
                  <a:srgbClr val="000000"/>
                </a:solidFill>
                <a:effectLst/>
                <a:uFillTx/>
                <a:latin typeface="Maiandra GD"/>
              </a:rPr>
              <a:t>of</a:t>
            </a:r>
            <a:r>
              <a:rPr lang="en-IN" sz="1800" b="1" u="none" spc="-26" strike="noStrike">
                <a:solidFill>
                  <a:srgbClr val="000000"/>
                </a:solidFill>
                <a:effectLst/>
                <a:uFillTx/>
                <a:latin typeface="Maiandra GD"/>
              </a:rPr>
              <a:t> </a:t>
            </a:r>
            <a:r>
              <a:rPr lang="en-IN" sz="1800" b="1" u="none" strike="noStrike">
                <a:solidFill>
                  <a:srgbClr val="000000"/>
                </a:solidFill>
                <a:effectLst/>
                <a:uFillTx/>
                <a:latin typeface="Maiandra GD"/>
              </a:rPr>
              <a:t>Artificial</a:t>
            </a:r>
            <a:r>
              <a:rPr lang="en-IN" sz="1800" b="1" u="none" spc="-74" strike="noStrike">
                <a:solidFill>
                  <a:srgbClr val="000000"/>
                </a:solidFill>
                <a:effectLst/>
                <a:uFillTx/>
                <a:latin typeface="Maiandra GD"/>
              </a:rPr>
              <a:t> </a:t>
            </a:r>
            <a:r>
              <a:rPr lang="en-IN" sz="1800" b="1" u="none" spc="-34" strike="noStrike">
                <a:solidFill>
                  <a:srgbClr val="000000"/>
                </a:solidFill>
                <a:effectLst/>
                <a:uFillTx/>
                <a:latin typeface="Maiandra GD"/>
              </a:rPr>
              <a:t>Intelligence</a:t>
            </a:r>
            <a:r>
              <a:rPr lang="en-IN" sz="1800" b="1" u="none" spc="-26" strike="noStrike">
                <a:solidFill>
                  <a:srgbClr val="000000"/>
                </a:solidFill>
                <a:effectLst/>
                <a:uFillTx/>
                <a:latin typeface="Maiandra GD"/>
              </a:rPr>
              <a:t> </a:t>
            </a:r>
            <a:r>
              <a:rPr lang="en-IN" sz="1800" b="1" u="none" spc="-51" strike="noStrike">
                <a:solidFill>
                  <a:srgbClr val="000000"/>
                </a:solidFill>
                <a:effectLst/>
                <a:uFillTx/>
                <a:latin typeface="Maiandra GD"/>
              </a:rPr>
              <a:t>&amp; </a:t>
            </a:r>
            <a:r>
              <a:rPr lang="en-IN" sz="1800" b="1" u="none" strike="noStrike">
                <a:solidFill>
                  <a:srgbClr val="000000"/>
                </a:solidFill>
                <a:effectLst/>
                <a:uFillTx/>
                <a:latin typeface="Maiandra GD"/>
              </a:rPr>
              <a:t>Data</a:t>
            </a:r>
            <a:r>
              <a:rPr lang="en-IN" sz="1800" b="1" u="none" spc="-71" strike="noStrike">
                <a:solidFill>
                  <a:srgbClr val="000000"/>
                </a:solidFill>
                <a:effectLst/>
                <a:uFillTx/>
                <a:latin typeface="Maiandra GD"/>
              </a:rPr>
              <a:t> </a:t>
            </a:r>
            <a:r>
              <a:rPr lang="en-IN" sz="1800" b="1" u="none" spc="-11" strike="noStrike">
                <a:solidFill>
                  <a:srgbClr val="000000"/>
                </a:solidFill>
                <a:effectLst/>
                <a:uFillTx/>
                <a:latin typeface="Maiandra GD"/>
              </a:rPr>
              <a:t>Science</a:t>
            </a:r>
            <a:endParaRPr lang="en-IN" sz="1800" b="0" u="none" strike="noStrike">
              <a:solidFill>
                <a:srgbClr val="000000"/>
              </a:solidFill>
              <a:effectLst/>
              <a:uFillTx/>
              <a:latin typeface="Arial"/>
            </a:endParaRPr>
          </a:p>
        </p:txBody>
      </p:sp>
      <p:pic>
        <p:nvPicPr>
          <p:cNvPr id="32" name="object 7" descr="PRATHYUSHA-ENGINEERING-COLLEGE-An-Autonomous-Institution"/>
          <p:cNvPicPr/>
          <p:nvPr/>
        </p:nvPicPr>
        <p:blipFill>
          <a:blip r:embed="rId1"/>
          <a:stretch/>
        </p:blipFill>
        <p:spPr>
          <a:xfrm>
            <a:off x="457200" y="247680"/>
            <a:ext cx="11071800" cy="1180800"/>
          </a:xfrm>
          <a:prstGeom prst="rect">
            <a:avLst/>
          </a:prstGeom>
          <a:noFill/>
          <a:ln w="0">
            <a:noFill/>
          </a:ln>
        </p:spPr>
      </p:pic>
      <p:sp>
        <p:nvSpPr>
          <p:cNvPr id="33" name="TextBox 7"/>
          <p:cNvSpPr/>
          <p:nvPr/>
        </p:nvSpPr>
        <p:spPr>
          <a:xfrm>
            <a:off x="7906320" y="3265200"/>
            <a:ext cx="3947040" cy="2009880"/>
          </a:xfrm>
          <a:prstGeom prst="rect">
            <a:avLst/>
          </a:prstGeom>
          <a:noFill/>
          <a:ln w="0">
            <a:noFill/>
          </a:ln>
        </p:spPr>
        <p:style>
          <a:lnRef idx="0"/>
          <a:fillRef idx="0"/>
          <a:effectRef idx="0"/>
          <a:fontRef idx="minor"/>
        </p:style>
        <p:txBody>
          <a:bodyPr numCol="1" spcCol="0" horzOverflow="overflow" lIns="90000" tIns="45000" rIns="90000" bIns="45000" anchor="t">
            <a:spAutoFit/>
          </a:bodyPr>
          <a:p>
            <a:pPr defTabSz="914400">
              <a:lnSpc>
                <a:spcPct val="100000"/>
              </a:lnSpc>
            </a:pPr>
            <a:r>
              <a:rPr lang="en-GB" sz="1800" b="1" u="sng" strike="noStrike">
                <a:solidFill>
                  <a:srgbClr val="000000"/>
                </a:solidFill>
                <a:effectLst/>
                <a:uFillTx/>
                <a:latin typeface="Maiandra GD"/>
                <a:ea typeface="Segoe UI"/>
              </a:rPr>
              <a:t>Under the guidance of</a:t>
            </a:r>
            <a:r>
              <a:rPr lang="en-US" sz="1800" b="1" u="sng" strike="noStrike">
                <a:solidFill>
                  <a:srgbClr val="000000"/>
                </a:solidFill>
                <a:effectLst/>
                <a:uFillTx/>
                <a:latin typeface="Maiandra GD"/>
                <a:ea typeface="Segoe UI"/>
              </a:rPr>
              <a:t>​</a:t>
            </a:r>
            <a:endParaRPr lang="en-IN" sz="1800" b="0" u="none" strike="noStrike">
              <a:solidFill>
                <a:srgbClr val="000000"/>
              </a:solidFill>
              <a:effectLst/>
              <a:uFillTx/>
              <a:latin typeface="Arial"/>
            </a:endParaRPr>
          </a:p>
          <a:p>
            <a:pPr defTabSz="914400">
              <a:lnSpc>
                <a:spcPct val="100000"/>
              </a:lnSpc>
            </a:pPr>
            <a:r>
              <a:rPr lang="en-GB" sz="1800" b="1" u="none" strike="noStrike">
                <a:solidFill>
                  <a:srgbClr val="000000"/>
                </a:solidFill>
                <a:effectLst/>
                <a:uFillTx/>
                <a:latin typeface="Maiandra GD"/>
                <a:ea typeface="Segoe UI"/>
              </a:rPr>
              <a:t>Ms. Angalaparameswari</a:t>
            </a:r>
            <a:endParaRPr lang="en-IN" sz="1800" b="0" u="none" strike="noStrike">
              <a:solidFill>
                <a:srgbClr val="000000"/>
              </a:solidFill>
              <a:effectLst/>
              <a:uFillTx/>
              <a:latin typeface="Arial"/>
            </a:endParaRPr>
          </a:p>
          <a:p>
            <a:pPr defTabSz="914400">
              <a:lnSpc>
                <a:spcPct val="100000"/>
              </a:lnSpc>
            </a:pPr>
            <a:r>
              <a:rPr lang="en-US" sz="1800" b="1" u="none" strike="noStrike">
                <a:solidFill>
                  <a:srgbClr val="000000"/>
                </a:solidFill>
                <a:effectLst/>
                <a:uFillTx/>
                <a:latin typeface="Maiandra GD"/>
                <a:ea typeface="Segoe UI"/>
              </a:rPr>
              <a:t>Assistant Professor​​</a:t>
            </a:r>
            <a:endParaRPr lang="en-IN" sz="1800" b="0" u="none" strike="noStrike">
              <a:solidFill>
                <a:srgbClr val="000000"/>
              </a:solidFill>
              <a:effectLst/>
              <a:uFillTx/>
              <a:latin typeface="Arial"/>
            </a:endParaRPr>
          </a:p>
          <a:p>
            <a:pPr defTabSz="914400">
              <a:lnSpc>
                <a:spcPct val="100000"/>
              </a:lnSpc>
            </a:pPr>
            <a:r>
              <a:rPr lang="en-US" sz="1800" b="1" u="none" strike="noStrike">
                <a:solidFill>
                  <a:srgbClr val="000000"/>
                </a:solidFill>
                <a:effectLst/>
                <a:uFillTx/>
                <a:latin typeface="Maiandra GD"/>
                <a:ea typeface="Segoe UI"/>
              </a:rPr>
              <a:t>Department of Artificial Intelligence&amp;</a:t>
            </a:r>
            <a:endParaRPr lang="en-IN" sz="1800" b="0" u="none" strike="noStrike">
              <a:solidFill>
                <a:srgbClr val="000000"/>
              </a:solidFill>
              <a:effectLst/>
              <a:uFillTx/>
              <a:latin typeface="Arial"/>
            </a:endParaRPr>
          </a:p>
          <a:p>
            <a:pPr defTabSz="914400">
              <a:lnSpc>
                <a:spcPct val="100000"/>
              </a:lnSpc>
            </a:pPr>
            <a:r>
              <a:rPr lang="en-US" sz="1800" b="1" u="none" strike="noStrike">
                <a:solidFill>
                  <a:srgbClr val="000000"/>
                </a:solidFill>
                <a:effectLst/>
                <a:uFillTx/>
                <a:latin typeface="Maiandra GD"/>
                <a:ea typeface="Segoe UI"/>
              </a:rPr>
              <a:t>Data Science​</a:t>
            </a:r>
            <a:r>
              <a:rPr lang="en-GB" sz="1800" b="1" u="none" strike="noStrike">
                <a:solidFill>
                  <a:srgbClr val="000000"/>
                </a:solidFill>
                <a:effectLst/>
                <a:uFillTx/>
                <a:latin typeface="Maiandra GD"/>
                <a:ea typeface="Segoe UI"/>
              </a:rPr>
              <a:t>​</a:t>
            </a:r>
            <a:endParaRPr lang="en-IN" sz="1800" b="0" u="none" strike="noStrike">
              <a:solidFill>
                <a:srgbClr val="000000"/>
              </a:solidFill>
              <a:effectLst/>
              <a:uFillTx/>
              <a:latin typeface="Arial"/>
            </a:endParaRPr>
          </a:p>
          <a:p>
            <a:pPr algn="ctr" defTabSz="914400">
              <a:lnSpc>
                <a:spcPct val="100000"/>
              </a:lnSpc>
            </a:pP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2520000" y="702000"/>
            <a:ext cx="7164720" cy="918360"/>
          </a:xfrm>
          <a:prstGeom prst="rect">
            <a:avLst/>
          </a:prstGeom>
          <a:noFill/>
          <a:ln w="0">
            <a:noFill/>
          </a:ln>
        </p:spPr>
        <p:txBody>
          <a:bodyPr lIns="0" tIns="237960" rIns="0" bIns="0" anchor="t">
            <a:spAutoFit/>
          </a:bodyPr>
          <a:p>
            <a:pPr marL="289440" indent="0" algn="l" defTabSz="914400">
              <a:lnSpc>
                <a:spcPct val="100000"/>
              </a:lnSpc>
              <a:spcBef>
                <a:spcPts val="105"/>
              </a:spcBef>
              <a:buNone/>
              <a:tabLst>
                <a:tab pos="0" algn="l"/>
              </a:tabLst>
            </a:pPr>
            <a:r>
              <a:rPr lang="en-IN" sz="4400" b="0" u="sng" spc="65" strike="noStrike">
                <a:solidFill>
                  <a:schemeClr val="dk1"/>
                </a:solidFill>
                <a:effectLst/>
                <a:uFillTx/>
                <a:latin typeface="Maiandra GD"/>
              </a:rPr>
              <a:t>Outline</a:t>
            </a:r>
            <a:r>
              <a:rPr lang="en-IN" sz="4400" b="0" u="sng" spc="-91" strike="noStrike">
                <a:solidFill>
                  <a:schemeClr val="dk1"/>
                </a:solidFill>
                <a:effectLst/>
                <a:uFillTx/>
                <a:latin typeface="Maiandra GD"/>
              </a:rPr>
              <a:t> </a:t>
            </a:r>
            <a:r>
              <a:rPr lang="en-IN" sz="4400" b="0" u="sng" strike="noStrike">
                <a:solidFill>
                  <a:schemeClr val="dk1"/>
                </a:solidFill>
                <a:effectLst/>
                <a:uFillTx/>
                <a:latin typeface="Maiandra GD"/>
              </a:rPr>
              <a:t>of</a:t>
            </a:r>
            <a:r>
              <a:rPr lang="en-IN" sz="4400" b="0" u="sng" spc="-14" strike="noStrike">
                <a:solidFill>
                  <a:schemeClr val="dk1"/>
                </a:solidFill>
                <a:effectLst/>
                <a:uFillTx/>
                <a:latin typeface="Maiandra GD"/>
              </a:rPr>
              <a:t> </a:t>
            </a:r>
            <a:r>
              <a:rPr lang="en-IN" sz="4400" b="0" u="sng" strike="noStrike">
                <a:solidFill>
                  <a:schemeClr val="dk1"/>
                </a:solidFill>
                <a:effectLst/>
                <a:uFillTx/>
                <a:latin typeface="Maiandra GD"/>
              </a:rPr>
              <a:t>the</a:t>
            </a:r>
            <a:r>
              <a:rPr lang="en-IN" sz="4400" b="0" u="sng" spc="-105" strike="noStrike">
                <a:solidFill>
                  <a:schemeClr val="dk1"/>
                </a:solidFill>
                <a:effectLst/>
                <a:uFillTx/>
                <a:latin typeface="Maiandra GD"/>
              </a:rPr>
              <a:t> </a:t>
            </a:r>
            <a:r>
              <a:rPr lang="en-IN" sz="4400" b="0" u="sng" spc="-34" strike="noStrike">
                <a:solidFill>
                  <a:schemeClr val="dk1"/>
                </a:solidFill>
                <a:effectLst/>
                <a:uFillTx/>
                <a:latin typeface="Maiandra GD"/>
              </a:rPr>
              <a:t>Presentation</a:t>
            </a:r>
            <a:endParaRPr lang="en-IN" sz="4400" b="0" u="none" strike="noStrike">
              <a:solidFill>
                <a:srgbClr val="000000"/>
              </a:solidFill>
              <a:effectLst/>
              <a:uFillTx/>
              <a:latin typeface="Calibri"/>
            </a:endParaRPr>
          </a:p>
        </p:txBody>
      </p:sp>
      <p:grpSp>
        <p:nvGrpSpPr>
          <p:cNvPr id="35" name="object 1"/>
          <p:cNvGrpSpPr/>
          <p:nvPr/>
        </p:nvGrpSpPr>
        <p:grpSpPr>
          <a:xfrm>
            <a:off x="360" y="6120"/>
            <a:ext cx="12191040" cy="867240"/>
            <a:chOff x="360" y="6120"/>
            <a:chExt cx="12191040" cy="867240"/>
          </a:xfrm>
        </p:grpSpPr>
        <p:pic>
          <p:nvPicPr>
            <p:cNvPr id="36" name="object 8"/>
            <p:cNvPicPr/>
            <p:nvPr/>
          </p:nvPicPr>
          <p:blipFill>
            <a:blip r:embed="rId1"/>
            <a:stretch/>
          </p:blipFill>
          <p:spPr>
            <a:xfrm>
              <a:off x="14040" y="6120"/>
              <a:ext cx="12177360" cy="800280"/>
            </a:xfrm>
            <a:prstGeom prst="rect">
              <a:avLst/>
            </a:prstGeom>
            <a:noFill/>
            <a:ln w="0">
              <a:noFill/>
            </a:ln>
          </p:spPr>
        </p:pic>
        <p:pic>
          <p:nvPicPr>
            <p:cNvPr id="37" name="object 9"/>
            <p:cNvPicPr/>
            <p:nvPr/>
          </p:nvPicPr>
          <p:blipFill>
            <a:blip r:embed="rId2"/>
            <a:stretch/>
          </p:blipFill>
          <p:spPr>
            <a:xfrm>
              <a:off x="360" y="12960"/>
              <a:ext cx="953280" cy="860400"/>
            </a:xfrm>
            <a:prstGeom prst="rect">
              <a:avLst/>
            </a:prstGeom>
            <a:noFill/>
            <a:ln w="0">
              <a:noFill/>
            </a:ln>
          </p:spPr>
        </p:pic>
      </p:grpSp>
      <p:sp>
        <p:nvSpPr>
          <p:cNvPr id="38" name="Rectangle 17"/>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39" name="Picture 8" descr="ppt-2.jpg"/>
          <p:cNvPicPr/>
          <p:nvPr/>
        </p:nvPicPr>
        <p:blipFill>
          <a:blip r:embed="rId3"/>
          <a:stretch/>
        </p:blipFill>
        <p:spPr>
          <a:xfrm>
            <a:off x="757800" y="6324120"/>
            <a:ext cx="11428920" cy="520920"/>
          </a:xfrm>
          <a:prstGeom prst="rect">
            <a:avLst/>
          </a:prstGeom>
          <a:noFill/>
          <a:ln w="9525">
            <a:noFill/>
          </a:ln>
        </p:spPr>
      </p:pic>
      <p:sp>
        <p:nvSpPr>
          <p:cNvPr id="40" name="Rectangle 19"/>
          <p:cNvSpPr/>
          <p:nvPr/>
        </p:nvSpPr>
        <p:spPr>
          <a:xfrm>
            <a:off x="16740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
        <p:nvSpPr>
          <p:cNvPr id="41" name="TextBox 4"/>
          <p:cNvSpPr/>
          <p:nvPr/>
        </p:nvSpPr>
        <p:spPr>
          <a:xfrm>
            <a:off x="3780000" y="1802880"/>
            <a:ext cx="9497160" cy="3776400"/>
          </a:xfrm>
          <a:prstGeom prst="rect">
            <a:avLst/>
          </a:prstGeom>
          <a:noFill/>
          <a:ln w="0">
            <a:noFill/>
          </a:ln>
        </p:spPr>
        <p:style>
          <a:lnRef idx="0"/>
          <a:fillRef idx="0"/>
          <a:effectRef idx="0"/>
          <a:fontRef idx="minor"/>
        </p:style>
        <p:txBody>
          <a:bodyPr lIns="90000" tIns="45000" rIns="90000" bIns="45000" anchor="t">
            <a:spAutoFit/>
          </a:bodyPr>
          <a:p>
            <a:pPr marL="343080" indent="-343080" defTabSz="914400">
              <a:lnSpc>
                <a:spcPct val="100000"/>
              </a:lnSpc>
              <a:buClr>
                <a:srgbClr val="000000"/>
              </a:buClr>
              <a:buFont typeface="Arial"/>
              <a:buChar char="•"/>
            </a:pPr>
            <a:r>
              <a:rPr lang="en-IN" sz="2200" b="1" u="none" strike="noStrike">
                <a:solidFill>
                  <a:schemeClr val="dk1"/>
                </a:solidFill>
                <a:effectLst/>
                <a:uFillTx/>
                <a:latin typeface="Maiandra GD"/>
              </a:rPr>
              <a:t>Objective / Objectives</a:t>
            </a:r>
            <a:endParaRPr lang="en-IN" sz="2200" b="0" u="none" strike="noStrike">
              <a:solidFill>
                <a:srgbClr val="000000"/>
              </a:solidFill>
              <a:effectLst/>
              <a:uFillTx/>
              <a:latin typeface="Arial"/>
            </a:endParaRPr>
          </a:p>
          <a:p>
            <a:pPr marL="343080" indent="-343080" defTabSz="914400">
              <a:lnSpc>
                <a:spcPct val="100000"/>
              </a:lnSpc>
              <a:buClr>
                <a:srgbClr val="000000"/>
              </a:buClr>
              <a:buFont typeface="Arial"/>
              <a:buChar char="•"/>
            </a:pPr>
            <a:r>
              <a:rPr lang="en-IN" sz="2200" b="1" u="none" strike="noStrike">
                <a:solidFill>
                  <a:schemeClr val="dk1"/>
                </a:solidFill>
                <a:effectLst/>
                <a:uFillTx/>
                <a:latin typeface="Maiandra GD"/>
              </a:rPr>
              <a:t>Literature Survey</a:t>
            </a:r>
            <a:endParaRPr lang="en-IN" sz="2200" b="0" u="none" strike="noStrike">
              <a:solidFill>
                <a:srgbClr val="000000"/>
              </a:solidFill>
              <a:effectLst/>
              <a:uFillTx/>
              <a:latin typeface="Arial"/>
            </a:endParaRPr>
          </a:p>
          <a:p>
            <a:pPr marL="343080" indent="-343080" defTabSz="914400">
              <a:lnSpc>
                <a:spcPct val="100000"/>
              </a:lnSpc>
              <a:buClr>
                <a:srgbClr val="000000"/>
              </a:buClr>
              <a:buFont typeface="Arial"/>
              <a:buChar char="•"/>
            </a:pPr>
            <a:r>
              <a:rPr lang="en-IN" sz="2200" b="1" u="none" strike="noStrike">
                <a:solidFill>
                  <a:schemeClr val="dk1"/>
                </a:solidFill>
                <a:effectLst/>
                <a:uFillTx/>
                <a:latin typeface="Maiandra GD"/>
              </a:rPr>
              <a:t>Existing System</a:t>
            </a:r>
            <a:endParaRPr lang="en-IN" sz="2200" b="0" u="none" strike="noStrike">
              <a:solidFill>
                <a:srgbClr val="000000"/>
              </a:solidFill>
              <a:effectLst/>
              <a:uFillTx/>
              <a:latin typeface="Arial"/>
            </a:endParaRPr>
          </a:p>
          <a:p>
            <a:pPr marL="343080" indent="-343080" defTabSz="914400">
              <a:lnSpc>
                <a:spcPct val="100000"/>
              </a:lnSpc>
              <a:buClr>
                <a:srgbClr val="000000"/>
              </a:buClr>
              <a:buFont typeface="Arial"/>
              <a:buChar char="•"/>
            </a:pPr>
            <a:r>
              <a:rPr lang="en-IN" sz="2200" b="1" u="none" strike="noStrike">
                <a:solidFill>
                  <a:schemeClr val="dk1"/>
                </a:solidFill>
                <a:effectLst/>
                <a:uFillTx/>
                <a:latin typeface="Maiandra GD"/>
              </a:rPr>
              <a:t>Scope of the Project</a:t>
            </a:r>
            <a:endParaRPr lang="en-IN" sz="2200" b="0" u="none" strike="noStrike">
              <a:solidFill>
                <a:srgbClr val="000000"/>
              </a:solidFill>
              <a:effectLst/>
              <a:uFillTx/>
              <a:latin typeface="Arial"/>
            </a:endParaRPr>
          </a:p>
          <a:p>
            <a:pPr marL="343080" indent="-343080" defTabSz="914400">
              <a:lnSpc>
                <a:spcPct val="100000"/>
              </a:lnSpc>
              <a:buClr>
                <a:srgbClr val="000000"/>
              </a:buClr>
              <a:buFont typeface="Arial"/>
              <a:buChar char="•"/>
            </a:pPr>
            <a:r>
              <a:rPr lang="en-IN" sz="2200" b="1" u="none" strike="noStrike">
                <a:solidFill>
                  <a:schemeClr val="dk1"/>
                </a:solidFill>
                <a:effectLst/>
                <a:uFillTx/>
                <a:latin typeface="Maiandra GD"/>
              </a:rPr>
              <a:t>Proposed System</a:t>
            </a:r>
            <a:endParaRPr lang="en-IN" sz="2200" b="0" u="none" strike="noStrike">
              <a:solidFill>
                <a:srgbClr val="000000"/>
              </a:solidFill>
              <a:effectLst/>
              <a:uFillTx/>
              <a:latin typeface="Arial"/>
            </a:endParaRPr>
          </a:p>
          <a:p>
            <a:pPr marL="343080" indent="-343080" defTabSz="914400">
              <a:lnSpc>
                <a:spcPct val="100000"/>
              </a:lnSpc>
              <a:buClr>
                <a:srgbClr val="000000"/>
              </a:buClr>
              <a:buFont typeface="Arial"/>
              <a:buChar char="•"/>
            </a:pPr>
            <a:r>
              <a:rPr lang="en-IN" sz="2200" b="1" u="none" strike="noStrike">
                <a:solidFill>
                  <a:schemeClr val="dk1"/>
                </a:solidFill>
                <a:effectLst/>
                <a:uFillTx/>
                <a:latin typeface="Maiandra GD"/>
              </a:rPr>
              <a:t>System Architecture</a:t>
            </a:r>
            <a:endParaRPr lang="en-IN" sz="2200" b="0" u="none" strike="noStrike">
              <a:solidFill>
                <a:srgbClr val="000000"/>
              </a:solidFill>
              <a:effectLst/>
              <a:uFillTx/>
              <a:latin typeface="Arial"/>
            </a:endParaRPr>
          </a:p>
          <a:p>
            <a:pPr marL="343080" indent="-343080" defTabSz="914400">
              <a:lnSpc>
                <a:spcPct val="100000"/>
              </a:lnSpc>
              <a:buClr>
                <a:srgbClr val="000000"/>
              </a:buClr>
              <a:buFont typeface="Arial"/>
              <a:buChar char="•"/>
            </a:pPr>
            <a:r>
              <a:rPr lang="en-IN" sz="2200" b="1" u="none" strike="noStrike">
                <a:solidFill>
                  <a:schemeClr val="dk1"/>
                </a:solidFill>
                <a:effectLst/>
                <a:uFillTx/>
                <a:latin typeface="Maiandra GD"/>
              </a:rPr>
              <a:t>Methodology / Workflow</a:t>
            </a:r>
            <a:endParaRPr lang="en-IN" sz="2200" b="0" u="none" strike="noStrike">
              <a:solidFill>
                <a:srgbClr val="000000"/>
              </a:solidFill>
              <a:effectLst/>
              <a:uFillTx/>
              <a:latin typeface="Arial"/>
            </a:endParaRPr>
          </a:p>
          <a:p>
            <a:pPr marL="343080" indent="-343080" defTabSz="914400">
              <a:lnSpc>
                <a:spcPct val="100000"/>
              </a:lnSpc>
              <a:buClr>
                <a:srgbClr val="000000"/>
              </a:buClr>
              <a:buFont typeface="Arial"/>
              <a:buChar char="•"/>
            </a:pPr>
            <a:r>
              <a:rPr lang="en-US" sz="2200" b="1" u="none" strike="noStrike">
                <a:solidFill>
                  <a:schemeClr val="dk1"/>
                </a:solidFill>
                <a:effectLst/>
                <a:uFillTx/>
                <a:latin typeface="Maiandra GD"/>
              </a:rPr>
              <a:t>Technologies &amp; Implementation</a:t>
            </a:r>
            <a:endParaRPr lang="en-IN" sz="2200" b="0" u="none" strike="noStrike">
              <a:solidFill>
                <a:srgbClr val="000000"/>
              </a:solidFill>
              <a:effectLst/>
              <a:uFillTx/>
              <a:latin typeface="Arial"/>
            </a:endParaRPr>
          </a:p>
          <a:p>
            <a:pPr marL="343080" indent="-343080" defTabSz="914400">
              <a:lnSpc>
                <a:spcPct val="100000"/>
              </a:lnSpc>
              <a:buClr>
                <a:srgbClr val="000000"/>
              </a:buClr>
              <a:buFont typeface="Arial"/>
              <a:buChar char="•"/>
            </a:pPr>
            <a:r>
              <a:rPr lang="en-IN" sz="2200" b="1" u="none" strike="noStrike">
                <a:solidFill>
                  <a:schemeClr val="dk1"/>
                </a:solidFill>
                <a:effectLst/>
                <a:uFillTx/>
                <a:latin typeface="Maiandra GD"/>
              </a:rPr>
              <a:t>Result &amp; Output</a:t>
            </a:r>
            <a:endParaRPr lang="en-IN" sz="2200" b="0" u="none" strike="noStrike">
              <a:solidFill>
                <a:srgbClr val="000000"/>
              </a:solidFill>
              <a:effectLst/>
              <a:uFillTx/>
              <a:latin typeface="Arial"/>
            </a:endParaRPr>
          </a:p>
          <a:p>
            <a:pPr marL="343080" indent="-343080" defTabSz="914400">
              <a:lnSpc>
                <a:spcPct val="100000"/>
              </a:lnSpc>
              <a:buClr>
                <a:srgbClr val="000000"/>
              </a:buClr>
              <a:buFont typeface="Arial"/>
              <a:buChar char="•"/>
            </a:pPr>
            <a:r>
              <a:rPr lang="en-IN" sz="2200" b="1" u="none" strike="noStrike">
                <a:solidFill>
                  <a:schemeClr val="dk1"/>
                </a:solidFill>
                <a:effectLst/>
                <a:uFillTx/>
                <a:latin typeface="Maiandra GD"/>
              </a:rPr>
              <a:t>Conclusion &amp; Future Scope</a:t>
            </a:r>
            <a:endParaRPr lang="en-IN" sz="2200" b="0" u="none" strike="noStrike">
              <a:solidFill>
                <a:srgbClr val="000000"/>
              </a:solidFill>
              <a:effectLst/>
              <a:uFillTx/>
              <a:latin typeface="Arial"/>
            </a:endParaRPr>
          </a:p>
          <a:p>
            <a:pPr marL="343080" indent="-343080" defTabSz="914400">
              <a:lnSpc>
                <a:spcPct val="100000"/>
              </a:lnSpc>
              <a:buClr>
                <a:srgbClr val="000000"/>
              </a:buClr>
              <a:buFont typeface="Arial"/>
              <a:buChar char="•"/>
            </a:pPr>
            <a:r>
              <a:rPr lang="en-IN" sz="2200" b="1" u="none" strike="noStrike">
                <a:solidFill>
                  <a:schemeClr val="dk1"/>
                </a:solidFill>
                <a:effectLst/>
                <a:uFillTx/>
                <a:latin typeface="Maiandra GD"/>
              </a:rPr>
              <a:t>References</a:t>
            </a:r>
            <a:endParaRPr lang="en-IN"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2700000" y="784800"/>
            <a:ext cx="7164720" cy="1195560"/>
          </a:xfrm>
          <a:prstGeom prst="rect">
            <a:avLst/>
          </a:prstGeom>
          <a:noFill/>
          <a:ln w="0">
            <a:noFill/>
          </a:ln>
        </p:spPr>
        <p:txBody>
          <a:bodyPr lIns="0" tIns="511200" rIns="0" bIns="0" anchor="t">
            <a:spAutoFit/>
          </a:bodyPr>
          <a:p>
            <a:pPr marL="1905120" indent="0" algn="l" defTabSz="914400">
              <a:lnSpc>
                <a:spcPct val="100000"/>
              </a:lnSpc>
              <a:spcBef>
                <a:spcPts val="105"/>
              </a:spcBef>
              <a:buNone/>
              <a:tabLst>
                <a:tab pos="0" algn="l"/>
              </a:tabLst>
            </a:pPr>
            <a:r>
              <a:rPr lang="en-IN" sz="4400" b="0" u="sng" spc="-11" strike="noStrike">
                <a:solidFill>
                  <a:schemeClr val="dk1"/>
                </a:solidFill>
                <a:effectLst/>
                <a:uFillTx/>
                <a:latin typeface="Maiandra GD"/>
              </a:rPr>
              <a:t>Objectives</a:t>
            </a:r>
            <a:endParaRPr lang="en-IN" sz="4400" b="0" u="none" strike="noStrike">
              <a:solidFill>
                <a:srgbClr val="000000"/>
              </a:solidFill>
              <a:effectLst/>
              <a:uFillTx/>
              <a:latin typeface="Calibri"/>
            </a:endParaRPr>
          </a:p>
        </p:txBody>
      </p:sp>
      <p:sp>
        <p:nvSpPr>
          <p:cNvPr id="43" name="object 3"/>
          <p:cNvSpPr/>
          <p:nvPr/>
        </p:nvSpPr>
        <p:spPr>
          <a:xfrm>
            <a:off x="1060200" y="2297520"/>
            <a:ext cx="10343520" cy="2706120"/>
          </a:xfrm>
          <a:prstGeom prst="rect">
            <a:avLst/>
          </a:prstGeom>
          <a:noFill/>
          <a:ln w="0">
            <a:noFill/>
          </a:ln>
        </p:spPr>
        <p:style>
          <a:lnRef idx="0"/>
          <a:fillRef idx="0"/>
          <a:effectRef idx="0"/>
          <a:fontRef idx="minor"/>
        </p:style>
        <p:txBody>
          <a:bodyPr lIns="0" tIns="12240" rIns="0" bIns="0" anchor="t">
            <a:spAutoFit/>
          </a:bodyPr>
          <a:p>
            <a:pPr marL="355680" indent="-343080" defTabSz="914400">
              <a:lnSpc>
                <a:spcPct val="100000"/>
              </a:lnSpc>
              <a:spcBef>
                <a:spcPts val="96"/>
              </a:spcBef>
              <a:buClr>
                <a:srgbClr val="000000"/>
              </a:buClr>
              <a:buFont typeface="Microsoft Sans Serif"/>
              <a:buChar char="•"/>
              <a:tabLst>
                <a:tab pos="355680" algn="l"/>
              </a:tabLst>
            </a:pPr>
            <a:r>
              <a:rPr lang="en-IN" sz="2200" b="1" u="none" strike="noStrike">
                <a:solidFill>
                  <a:srgbClr val="000000"/>
                </a:solidFill>
                <a:effectLst/>
                <a:uFillTx/>
                <a:latin typeface="Maiandra GD"/>
              </a:rPr>
              <a:t>Optimize</a:t>
            </a:r>
            <a:r>
              <a:rPr lang="en-IN" sz="2200" b="1" u="none" spc="-26" strike="noStrike">
                <a:solidFill>
                  <a:srgbClr val="000000"/>
                </a:solidFill>
                <a:effectLst/>
                <a:uFillTx/>
                <a:latin typeface="Maiandra GD"/>
              </a:rPr>
              <a:t> </a:t>
            </a:r>
            <a:r>
              <a:rPr lang="en-IN" sz="2200" b="1" u="none" strike="noStrike">
                <a:solidFill>
                  <a:srgbClr val="000000"/>
                </a:solidFill>
                <a:effectLst/>
                <a:uFillTx/>
                <a:latin typeface="Maiandra GD"/>
              </a:rPr>
              <a:t>EV</a:t>
            </a:r>
            <a:r>
              <a:rPr lang="en-IN" sz="2200" b="1" u="none" spc="-60" strike="noStrike">
                <a:solidFill>
                  <a:srgbClr val="000000"/>
                </a:solidFill>
                <a:effectLst/>
                <a:uFillTx/>
                <a:latin typeface="Maiandra GD"/>
              </a:rPr>
              <a:t> </a:t>
            </a:r>
            <a:r>
              <a:rPr lang="en-IN" sz="2200" b="1" u="none" strike="noStrike">
                <a:solidFill>
                  <a:srgbClr val="000000"/>
                </a:solidFill>
                <a:effectLst/>
                <a:uFillTx/>
                <a:latin typeface="Maiandra GD"/>
              </a:rPr>
              <a:t>Charging</a:t>
            </a:r>
            <a:r>
              <a:rPr lang="en-IN" sz="2200" b="1" u="none" spc="-45" strike="noStrike">
                <a:solidFill>
                  <a:srgbClr val="000000"/>
                </a:solidFill>
                <a:effectLst/>
                <a:uFillTx/>
                <a:latin typeface="Maiandra GD"/>
              </a:rPr>
              <a:t> </a:t>
            </a:r>
            <a:r>
              <a:rPr lang="en-IN" sz="2200" b="0" u="none" spc="646" strike="noStrike">
                <a:solidFill>
                  <a:srgbClr val="000000"/>
                </a:solidFill>
                <a:effectLst/>
                <a:uFillTx/>
                <a:latin typeface="Maiandra GD"/>
              </a:rPr>
              <a:t>–</a:t>
            </a:r>
            <a:r>
              <a:rPr lang="en-IN" sz="2200" b="0" u="none" spc="-20" strike="noStrike">
                <a:solidFill>
                  <a:srgbClr val="000000"/>
                </a:solidFill>
                <a:effectLst/>
                <a:uFillTx/>
                <a:latin typeface="Maiandra GD"/>
              </a:rPr>
              <a:t> </a:t>
            </a:r>
            <a:r>
              <a:rPr lang="en-IN" sz="2200" b="0" u="none" strike="noStrike">
                <a:solidFill>
                  <a:srgbClr val="000000"/>
                </a:solidFill>
                <a:effectLst/>
                <a:uFillTx/>
                <a:latin typeface="Maiandra GD"/>
              </a:rPr>
              <a:t>Determine</a:t>
            </a:r>
            <a:r>
              <a:rPr lang="en-IN" sz="2200" b="0" u="none" spc="-45" strike="noStrike">
                <a:solidFill>
                  <a:srgbClr val="000000"/>
                </a:solidFill>
                <a:effectLst/>
                <a:uFillTx/>
                <a:latin typeface="Maiandra GD"/>
              </a:rPr>
              <a:t> </a:t>
            </a:r>
            <a:r>
              <a:rPr lang="en-IN" sz="2200" b="0" u="none" strike="noStrike">
                <a:solidFill>
                  <a:srgbClr val="000000"/>
                </a:solidFill>
                <a:effectLst/>
                <a:uFillTx/>
                <a:latin typeface="Maiandra GD"/>
              </a:rPr>
              <a:t>the</a:t>
            </a:r>
            <a:r>
              <a:rPr lang="en-IN" sz="2200" b="0" u="none" spc="-54" strike="noStrike">
                <a:solidFill>
                  <a:srgbClr val="000000"/>
                </a:solidFill>
                <a:effectLst/>
                <a:uFillTx/>
                <a:latin typeface="Maiandra GD"/>
              </a:rPr>
              <a:t> </a:t>
            </a:r>
            <a:r>
              <a:rPr lang="en-IN" sz="2200" b="0" u="none" strike="noStrike">
                <a:solidFill>
                  <a:srgbClr val="000000"/>
                </a:solidFill>
                <a:effectLst/>
                <a:uFillTx/>
                <a:latin typeface="Maiandra GD"/>
              </a:rPr>
              <a:t>best</a:t>
            </a:r>
            <a:r>
              <a:rPr lang="en-IN" sz="2200" b="0" u="none" spc="-60" strike="noStrike">
                <a:solidFill>
                  <a:srgbClr val="000000"/>
                </a:solidFill>
                <a:effectLst/>
                <a:uFillTx/>
                <a:latin typeface="Maiandra GD"/>
              </a:rPr>
              <a:t> </a:t>
            </a:r>
            <a:r>
              <a:rPr lang="en-IN" sz="2200" b="0" u="none" strike="noStrike">
                <a:solidFill>
                  <a:srgbClr val="000000"/>
                </a:solidFill>
                <a:effectLst/>
                <a:uFillTx/>
                <a:latin typeface="Maiandra GD"/>
              </a:rPr>
              <a:t>time</a:t>
            </a:r>
            <a:r>
              <a:rPr lang="en-IN" sz="2200" b="0" u="none" spc="-45" strike="noStrike">
                <a:solidFill>
                  <a:srgbClr val="000000"/>
                </a:solidFill>
                <a:effectLst/>
                <a:uFillTx/>
                <a:latin typeface="Maiandra GD"/>
              </a:rPr>
              <a:t> </a:t>
            </a:r>
            <a:r>
              <a:rPr lang="en-IN" sz="2200" b="0" u="none" strike="noStrike">
                <a:solidFill>
                  <a:srgbClr val="000000"/>
                </a:solidFill>
                <a:effectLst/>
                <a:uFillTx/>
                <a:latin typeface="Maiandra GD"/>
              </a:rPr>
              <a:t>and</a:t>
            </a:r>
            <a:r>
              <a:rPr lang="en-IN" sz="2200" b="0" u="none" spc="-65" strike="noStrike">
                <a:solidFill>
                  <a:srgbClr val="000000"/>
                </a:solidFill>
                <a:effectLst/>
                <a:uFillTx/>
                <a:latin typeface="Maiandra GD"/>
              </a:rPr>
              <a:t> </a:t>
            </a:r>
            <a:r>
              <a:rPr lang="en-IN" sz="2200" b="0" u="none" strike="noStrike">
                <a:solidFill>
                  <a:srgbClr val="000000"/>
                </a:solidFill>
                <a:effectLst/>
                <a:uFillTx/>
                <a:latin typeface="Maiandra GD"/>
              </a:rPr>
              <a:t>method</a:t>
            </a:r>
            <a:r>
              <a:rPr lang="en-IN" sz="2200" b="0" u="none" spc="-54" strike="noStrike">
                <a:solidFill>
                  <a:srgbClr val="000000"/>
                </a:solidFill>
                <a:effectLst/>
                <a:uFillTx/>
                <a:latin typeface="Maiandra GD"/>
              </a:rPr>
              <a:t> </a:t>
            </a:r>
            <a:r>
              <a:rPr lang="en-IN" sz="2200" b="0" u="none" strike="noStrike">
                <a:solidFill>
                  <a:srgbClr val="000000"/>
                </a:solidFill>
                <a:effectLst/>
                <a:uFillTx/>
                <a:latin typeface="Maiandra GD"/>
              </a:rPr>
              <a:t>to</a:t>
            </a:r>
            <a:r>
              <a:rPr lang="en-IN" sz="2200" b="0" u="none" spc="-60" strike="noStrike">
                <a:solidFill>
                  <a:srgbClr val="000000"/>
                </a:solidFill>
                <a:effectLst/>
                <a:uFillTx/>
                <a:latin typeface="Maiandra GD"/>
              </a:rPr>
              <a:t> </a:t>
            </a:r>
            <a:r>
              <a:rPr lang="en-IN" sz="2200" b="0" u="none" strike="noStrike">
                <a:solidFill>
                  <a:srgbClr val="000000"/>
                </a:solidFill>
                <a:effectLst/>
                <a:uFillTx/>
                <a:latin typeface="Maiandra GD"/>
              </a:rPr>
              <a:t>charge</a:t>
            </a:r>
            <a:r>
              <a:rPr lang="en-IN" sz="2200" b="0" u="none" spc="-60" strike="noStrike">
                <a:solidFill>
                  <a:srgbClr val="000000"/>
                </a:solidFill>
                <a:effectLst/>
                <a:uFillTx/>
                <a:latin typeface="Maiandra GD"/>
              </a:rPr>
              <a:t> </a:t>
            </a:r>
            <a:r>
              <a:rPr lang="en-IN" sz="2200" b="0" u="none" spc="-26" strike="noStrike">
                <a:solidFill>
                  <a:srgbClr val="000000"/>
                </a:solidFill>
                <a:effectLst/>
                <a:uFillTx/>
                <a:latin typeface="Maiandra GD"/>
              </a:rPr>
              <a:t>an </a:t>
            </a:r>
            <a:r>
              <a:rPr lang="en-IN" sz="2200" b="0" u="none" strike="noStrike">
                <a:solidFill>
                  <a:srgbClr val="000000"/>
                </a:solidFill>
                <a:effectLst/>
                <a:uFillTx/>
                <a:latin typeface="Maiandra GD"/>
              </a:rPr>
              <a:t>electric</a:t>
            </a:r>
            <a:r>
              <a:rPr lang="en-IN" sz="2200" b="0" u="none" spc="-71" strike="noStrike">
                <a:solidFill>
                  <a:srgbClr val="000000"/>
                </a:solidFill>
                <a:effectLst/>
                <a:uFillTx/>
                <a:latin typeface="Maiandra GD"/>
              </a:rPr>
              <a:t> </a:t>
            </a:r>
            <a:r>
              <a:rPr lang="en-IN" sz="2200" b="0" u="none" strike="noStrike">
                <a:solidFill>
                  <a:srgbClr val="000000"/>
                </a:solidFill>
                <a:effectLst/>
                <a:uFillTx/>
                <a:latin typeface="Maiandra GD"/>
              </a:rPr>
              <a:t>vehicle</a:t>
            </a:r>
            <a:r>
              <a:rPr lang="en-IN" sz="2200" b="0" u="none" spc="-79" strike="noStrike">
                <a:solidFill>
                  <a:srgbClr val="000000"/>
                </a:solidFill>
                <a:effectLst/>
                <a:uFillTx/>
                <a:latin typeface="Maiandra GD"/>
              </a:rPr>
              <a:t> </a:t>
            </a:r>
            <a:r>
              <a:rPr lang="en-IN" sz="2200" b="0" u="none" spc="-11" strike="noStrike">
                <a:solidFill>
                  <a:srgbClr val="000000"/>
                </a:solidFill>
                <a:effectLst/>
                <a:uFillTx/>
                <a:latin typeface="Maiandra GD"/>
              </a:rPr>
              <a:t>efficiently.</a:t>
            </a:r>
            <a:endParaRPr lang="en-IN" sz="2200" b="0" u="none" strike="noStrike">
              <a:solidFill>
                <a:srgbClr val="000000"/>
              </a:solidFill>
              <a:effectLst/>
              <a:uFillTx/>
              <a:latin typeface="Arial"/>
            </a:endParaRPr>
          </a:p>
          <a:p>
            <a:pPr defTabSz="914400">
              <a:lnSpc>
                <a:spcPct val="100000"/>
              </a:lnSpc>
              <a:spcBef>
                <a:spcPts val="96"/>
              </a:spcBef>
              <a:tabLst>
                <a:tab pos="355680" algn="l"/>
              </a:tabLst>
            </a:pPr>
            <a:endParaRPr lang="en-IN" sz="2200" b="0" u="none" strike="noStrike">
              <a:solidFill>
                <a:srgbClr val="000000"/>
              </a:solidFill>
              <a:effectLst/>
              <a:uFillTx/>
              <a:latin typeface="Arial"/>
            </a:endParaRPr>
          </a:p>
          <a:p>
            <a:pPr marL="355680" indent="-343080" defTabSz="914400">
              <a:lnSpc>
                <a:spcPct val="100000"/>
              </a:lnSpc>
              <a:buClr>
                <a:srgbClr val="000000"/>
              </a:buClr>
              <a:buFont typeface="Microsoft Sans Serif"/>
              <a:buChar char="•"/>
              <a:tabLst>
                <a:tab pos="355680" algn="l"/>
              </a:tabLst>
            </a:pPr>
            <a:r>
              <a:rPr lang="en-IN" sz="2200" b="1" u="none" strike="noStrike">
                <a:solidFill>
                  <a:srgbClr val="000000"/>
                </a:solidFill>
                <a:effectLst/>
                <a:uFillTx/>
                <a:latin typeface="Maiandra GD"/>
              </a:rPr>
              <a:t>Find</a:t>
            </a:r>
            <a:r>
              <a:rPr lang="en-IN" sz="2200" b="1" u="none" spc="-91" strike="noStrike">
                <a:solidFill>
                  <a:srgbClr val="000000"/>
                </a:solidFill>
                <a:effectLst/>
                <a:uFillTx/>
                <a:latin typeface="Maiandra GD"/>
              </a:rPr>
              <a:t> </a:t>
            </a:r>
            <a:r>
              <a:rPr lang="en-IN" sz="2200" b="1" u="none" strike="noStrike">
                <a:solidFill>
                  <a:srgbClr val="000000"/>
                </a:solidFill>
                <a:effectLst/>
                <a:uFillTx/>
                <a:latin typeface="Maiandra GD"/>
              </a:rPr>
              <a:t>Available</a:t>
            </a:r>
            <a:r>
              <a:rPr lang="en-IN" sz="2200" b="1" u="none" spc="-85" strike="noStrike">
                <a:solidFill>
                  <a:srgbClr val="000000"/>
                </a:solidFill>
                <a:effectLst/>
                <a:uFillTx/>
                <a:latin typeface="Maiandra GD"/>
              </a:rPr>
              <a:t> </a:t>
            </a:r>
            <a:r>
              <a:rPr lang="en-IN" sz="2200" b="1" u="none" strike="noStrike">
                <a:solidFill>
                  <a:srgbClr val="000000"/>
                </a:solidFill>
                <a:effectLst/>
                <a:uFillTx/>
                <a:latin typeface="Maiandra GD"/>
              </a:rPr>
              <a:t>Charging</a:t>
            </a:r>
            <a:r>
              <a:rPr lang="en-IN" sz="2200" b="1" u="none" spc="-79" strike="noStrike">
                <a:solidFill>
                  <a:srgbClr val="000000"/>
                </a:solidFill>
                <a:effectLst/>
                <a:uFillTx/>
                <a:latin typeface="Maiandra GD"/>
              </a:rPr>
              <a:t> </a:t>
            </a:r>
            <a:r>
              <a:rPr lang="en-IN" sz="2200" b="1" u="none" strike="noStrike">
                <a:solidFill>
                  <a:srgbClr val="000000"/>
                </a:solidFill>
                <a:effectLst/>
                <a:uFillTx/>
                <a:latin typeface="Maiandra GD"/>
              </a:rPr>
              <a:t>Stations</a:t>
            </a:r>
            <a:r>
              <a:rPr lang="en-IN" sz="2200" b="1" u="none" spc="-60" strike="noStrike">
                <a:solidFill>
                  <a:srgbClr val="000000"/>
                </a:solidFill>
                <a:effectLst/>
                <a:uFillTx/>
                <a:latin typeface="Maiandra GD"/>
              </a:rPr>
              <a:t> </a:t>
            </a:r>
            <a:r>
              <a:rPr lang="en-IN" sz="2200" b="0" u="none" spc="646" strike="noStrike">
                <a:solidFill>
                  <a:srgbClr val="000000"/>
                </a:solidFill>
                <a:effectLst/>
                <a:uFillTx/>
                <a:latin typeface="Maiandra GD"/>
              </a:rPr>
              <a:t>–</a:t>
            </a:r>
            <a:r>
              <a:rPr lang="en-IN" sz="2200" b="0" u="none" spc="-54" strike="noStrike">
                <a:solidFill>
                  <a:srgbClr val="000000"/>
                </a:solidFill>
                <a:effectLst/>
                <a:uFillTx/>
                <a:latin typeface="Maiandra GD"/>
              </a:rPr>
              <a:t> </a:t>
            </a:r>
            <a:r>
              <a:rPr lang="en-IN" sz="2200" b="0" u="none" strike="noStrike">
                <a:solidFill>
                  <a:srgbClr val="000000"/>
                </a:solidFill>
                <a:effectLst/>
                <a:uFillTx/>
                <a:latin typeface="Maiandra GD"/>
              </a:rPr>
              <a:t>Recommend</a:t>
            </a:r>
            <a:r>
              <a:rPr lang="en-IN" sz="2200" b="0" u="none" spc="-96" strike="noStrike">
                <a:solidFill>
                  <a:srgbClr val="000000"/>
                </a:solidFill>
                <a:effectLst/>
                <a:uFillTx/>
                <a:latin typeface="Maiandra GD"/>
              </a:rPr>
              <a:t> </a:t>
            </a:r>
            <a:r>
              <a:rPr lang="en-IN" sz="2200" b="0" u="none" strike="noStrike">
                <a:solidFill>
                  <a:srgbClr val="000000"/>
                </a:solidFill>
                <a:effectLst/>
                <a:uFillTx/>
                <a:latin typeface="Maiandra GD"/>
              </a:rPr>
              <a:t>suitable</a:t>
            </a:r>
            <a:r>
              <a:rPr lang="en-IN" sz="2200" b="0" u="none" spc="-99" strike="noStrike">
                <a:solidFill>
                  <a:srgbClr val="000000"/>
                </a:solidFill>
                <a:effectLst/>
                <a:uFillTx/>
                <a:latin typeface="Maiandra GD"/>
              </a:rPr>
              <a:t> </a:t>
            </a:r>
            <a:r>
              <a:rPr lang="en-IN" sz="2200" b="0" u="none" strike="noStrike">
                <a:solidFill>
                  <a:srgbClr val="000000"/>
                </a:solidFill>
                <a:effectLst/>
                <a:uFillTx/>
                <a:latin typeface="Maiandra GD"/>
              </a:rPr>
              <a:t>nearby</a:t>
            </a:r>
            <a:r>
              <a:rPr lang="en-IN" sz="2200" b="0" u="none" spc="-91" strike="noStrike">
                <a:solidFill>
                  <a:srgbClr val="000000"/>
                </a:solidFill>
                <a:effectLst/>
                <a:uFillTx/>
                <a:latin typeface="Maiandra GD"/>
              </a:rPr>
              <a:t> </a:t>
            </a:r>
            <a:r>
              <a:rPr lang="en-IN" sz="2200" b="0" u="none" spc="-11" strike="noStrike">
                <a:solidFill>
                  <a:srgbClr val="000000"/>
                </a:solidFill>
                <a:effectLst/>
                <a:uFillTx/>
                <a:latin typeface="Maiandra GD"/>
              </a:rPr>
              <a:t>charging </a:t>
            </a:r>
            <a:r>
              <a:rPr lang="en-IN" sz="2200" b="0" u="none" strike="noStrike">
                <a:solidFill>
                  <a:srgbClr val="000000"/>
                </a:solidFill>
                <a:effectLst/>
                <a:uFillTx/>
                <a:latin typeface="Maiandra GD"/>
              </a:rPr>
              <a:t>stations</a:t>
            </a:r>
            <a:r>
              <a:rPr lang="en-IN" sz="2200" b="0" u="none" spc="-31" strike="noStrike">
                <a:solidFill>
                  <a:srgbClr val="000000"/>
                </a:solidFill>
                <a:effectLst/>
                <a:uFillTx/>
                <a:latin typeface="Maiandra GD"/>
              </a:rPr>
              <a:t> </a:t>
            </a:r>
            <a:r>
              <a:rPr lang="en-IN" sz="2200" b="0" u="none" strike="noStrike">
                <a:solidFill>
                  <a:srgbClr val="000000"/>
                </a:solidFill>
                <a:effectLst/>
                <a:uFillTx/>
                <a:latin typeface="Maiandra GD"/>
              </a:rPr>
              <a:t>based</a:t>
            </a:r>
            <a:r>
              <a:rPr lang="en-IN" sz="2200" b="0" u="none" spc="-40" strike="noStrike">
                <a:solidFill>
                  <a:srgbClr val="000000"/>
                </a:solidFill>
                <a:effectLst/>
                <a:uFillTx/>
                <a:latin typeface="Maiandra GD"/>
              </a:rPr>
              <a:t> </a:t>
            </a:r>
            <a:r>
              <a:rPr lang="en-IN" sz="2200" b="0" u="none" strike="noStrike">
                <a:solidFill>
                  <a:srgbClr val="000000"/>
                </a:solidFill>
                <a:effectLst/>
                <a:uFillTx/>
                <a:latin typeface="Maiandra GD"/>
              </a:rPr>
              <a:t>on</a:t>
            </a:r>
            <a:r>
              <a:rPr lang="en-IN" sz="2200" b="0" u="none" spc="-31" strike="noStrike">
                <a:solidFill>
                  <a:srgbClr val="000000"/>
                </a:solidFill>
                <a:effectLst/>
                <a:uFillTx/>
                <a:latin typeface="Maiandra GD"/>
              </a:rPr>
              <a:t> </a:t>
            </a:r>
            <a:r>
              <a:rPr lang="en-IN" sz="2200" b="0" u="none" strike="noStrike">
                <a:solidFill>
                  <a:srgbClr val="000000"/>
                </a:solidFill>
                <a:effectLst/>
                <a:uFillTx/>
                <a:latin typeface="Maiandra GD"/>
              </a:rPr>
              <a:t>availability</a:t>
            </a:r>
            <a:r>
              <a:rPr lang="en-IN" sz="2200" b="0" u="none" spc="-54" strike="noStrike">
                <a:solidFill>
                  <a:srgbClr val="000000"/>
                </a:solidFill>
                <a:effectLst/>
                <a:uFillTx/>
                <a:latin typeface="Maiandra GD"/>
              </a:rPr>
              <a:t> </a:t>
            </a:r>
            <a:r>
              <a:rPr lang="en-IN" sz="2200" b="0" u="none" strike="noStrike">
                <a:solidFill>
                  <a:srgbClr val="000000"/>
                </a:solidFill>
                <a:effectLst/>
                <a:uFillTx/>
                <a:latin typeface="Maiandra GD"/>
              </a:rPr>
              <a:t>and</a:t>
            </a:r>
            <a:r>
              <a:rPr lang="en-IN" sz="2200" b="0" u="none" spc="-34" strike="noStrike">
                <a:solidFill>
                  <a:srgbClr val="000000"/>
                </a:solidFill>
                <a:effectLst/>
                <a:uFillTx/>
                <a:latin typeface="Maiandra GD"/>
              </a:rPr>
              <a:t> </a:t>
            </a:r>
            <a:r>
              <a:rPr lang="en-IN" sz="2200" b="0" u="none" strike="noStrike">
                <a:solidFill>
                  <a:srgbClr val="000000"/>
                </a:solidFill>
                <a:effectLst/>
                <a:uFillTx/>
                <a:latin typeface="Maiandra GD"/>
              </a:rPr>
              <a:t>user</a:t>
            </a:r>
            <a:r>
              <a:rPr lang="en-IN" sz="2200" b="0" u="none" spc="-34" strike="noStrike">
                <a:solidFill>
                  <a:srgbClr val="000000"/>
                </a:solidFill>
                <a:effectLst/>
                <a:uFillTx/>
                <a:latin typeface="Maiandra GD"/>
              </a:rPr>
              <a:t> </a:t>
            </a:r>
            <a:r>
              <a:rPr lang="en-IN" sz="2200" b="0" u="none" spc="-11" strike="noStrike">
                <a:solidFill>
                  <a:srgbClr val="000000"/>
                </a:solidFill>
                <a:effectLst/>
                <a:uFillTx/>
                <a:latin typeface="Maiandra GD"/>
              </a:rPr>
              <a:t>requirements.</a:t>
            </a:r>
            <a:endParaRPr lang="en-IN" sz="2200" b="0" u="none" strike="noStrike">
              <a:solidFill>
                <a:srgbClr val="000000"/>
              </a:solidFill>
              <a:effectLst/>
              <a:uFillTx/>
              <a:latin typeface="Arial"/>
            </a:endParaRPr>
          </a:p>
          <a:p>
            <a:pPr defTabSz="914400">
              <a:lnSpc>
                <a:spcPct val="100000"/>
              </a:lnSpc>
              <a:tabLst>
                <a:tab pos="355680" algn="l"/>
              </a:tabLst>
            </a:pPr>
            <a:endParaRPr lang="en-IN" sz="2200" b="0" u="none" strike="noStrike">
              <a:solidFill>
                <a:srgbClr val="000000"/>
              </a:solidFill>
              <a:effectLst/>
              <a:uFillTx/>
              <a:latin typeface="Arial"/>
            </a:endParaRPr>
          </a:p>
          <a:p>
            <a:pPr marL="355680" indent="-343080" defTabSz="914400">
              <a:lnSpc>
                <a:spcPct val="100000"/>
              </a:lnSpc>
              <a:buClr>
                <a:srgbClr val="000000"/>
              </a:buClr>
              <a:buFont typeface="Microsoft Sans Serif"/>
              <a:buChar char="•"/>
              <a:tabLst>
                <a:tab pos="355680" algn="l"/>
              </a:tabLst>
            </a:pPr>
            <a:r>
              <a:rPr lang="en-IN" sz="2200" b="1" u="none" strike="noStrike">
                <a:solidFill>
                  <a:srgbClr val="000000"/>
                </a:solidFill>
                <a:effectLst/>
                <a:uFillTx/>
                <a:latin typeface="Maiandra GD"/>
              </a:rPr>
              <a:t>Reduce</a:t>
            </a:r>
            <a:r>
              <a:rPr lang="en-IN" sz="2200" b="1" u="none" spc="-65" strike="noStrike">
                <a:solidFill>
                  <a:srgbClr val="000000"/>
                </a:solidFill>
                <a:effectLst/>
                <a:uFillTx/>
                <a:latin typeface="Maiandra GD"/>
              </a:rPr>
              <a:t> </a:t>
            </a:r>
            <a:r>
              <a:rPr lang="en-IN" sz="2200" b="1" u="none" strike="noStrike">
                <a:solidFill>
                  <a:srgbClr val="000000"/>
                </a:solidFill>
                <a:effectLst/>
                <a:uFillTx/>
                <a:latin typeface="Maiandra GD"/>
              </a:rPr>
              <a:t>Charging</a:t>
            </a:r>
            <a:r>
              <a:rPr lang="en-IN" sz="2200" b="1" u="none" spc="-45" strike="noStrike">
                <a:solidFill>
                  <a:srgbClr val="000000"/>
                </a:solidFill>
                <a:effectLst/>
                <a:uFillTx/>
                <a:latin typeface="Maiandra GD"/>
              </a:rPr>
              <a:t> </a:t>
            </a:r>
            <a:r>
              <a:rPr lang="en-IN" sz="2200" b="1" u="none" strike="noStrike">
                <a:solidFill>
                  <a:srgbClr val="000000"/>
                </a:solidFill>
                <a:effectLst/>
                <a:uFillTx/>
                <a:latin typeface="Maiandra GD"/>
              </a:rPr>
              <a:t>Cost</a:t>
            </a:r>
            <a:r>
              <a:rPr lang="en-IN" sz="2200" b="1" u="none" spc="-40" strike="noStrike">
                <a:solidFill>
                  <a:srgbClr val="000000"/>
                </a:solidFill>
                <a:effectLst/>
                <a:uFillTx/>
                <a:latin typeface="Maiandra GD"/>
              </a:rPr>
              <a:t> </a:t>
            </a:r>
            <a:r>
              <a:rPr lang="en-IN" sz="2200" b="0" u="none" spc="646" strike="noStrike">
                <a:solidFill>
                  <a:srgbClr val="000000"/>
                </a:solidFill>
                <a:effectLst/>
                <a:uFillTx/>
                <a:latin typeface="Maiandra GD"/>
              </a:rPr>
              <a:t>–</a:t>
            </a:r>
            <a:r>
              <a:rPr lang="en-IN" sz="2200" b="0" u="none" spc="-14" strike="noStrike">
                <a:solidFill>
                  <a:srgbClr val="000000"/>
                </a:solidFill>
                <a:effectLst/>
                <a:uFillTx/>
                <a:latin typeface="Maiandra GD"/>
              </a:rPr>
              <a:t> </a:t>
            </a:r>
            <a:r>
              <a:rPr lang="en-IN" sz="2200" b="0" u="none" strike="noStrike">
                <a:solidFill>
                  <a:srgbClr val="000000"/>
                </a:solidFill>
                <a:effectLst/>
                <a:uFillTx/>
                <a:latin typeface="Maiandra GD"/>
              </a:rPr>
              <a:t>Suggest</a:t>
            </a:r>
            <a:r>
              <a:rPr lang="en-IN" sz="2200" b="0" u="none" spc="-65" strike="noStrike">
                <a:solidFill>
                  <a:srgbClr val="000000"/>
                </a:solidFill>
                <a:effectLst/>
                <a:uFillTx/>
                <a:latin typeface="Maiandra GD"/>
              </a:rPr>
              <a:t> </a:t>
            </a:r>
            <a:r>
              <a:rPr lang="en-IN" sz="2200" b="0" u="none" spc="-20" strike="noStrike">
                <a:solidFill>
                  <a:srgbClr val="000000"/>
                </a:solidFill>
                <a:effectLst/>
                <a:uFillTx/>
                <a:latin typeface="Maiandra GD"/>
              </a:rPr>
              <a:t>cost-</a:t>
            </a:r>
            <a:r>
              <a:rPr lang="en-IN" sz="2200" b="0" u="none" strike="noStrike">
                <a:solidFill>
                  <a:srgbClr val="000000"/>
                </a:solidFill>
                <a:effectLst/>
                <a:uFillTx/>
                <a:latin typeface="Maiandra GD"/>
              </a:rPr>
              <a:t>effective</a:t>
            </a:r>
            <a:r>
              <a:rPr lang="en-IN" sz="2200" b="0" u="none" spc="-40" strike="noStrike">
                <a:solidFill>
                  <a:srgbClr val="000000"/>
                </a:solidFill>
                <a:effectLst/>
                <a:uFillTx/>
                <a:latin typeface="Maiandra GD"/>
              </a:rPr>
              <a:t> </a:t>
            </a:r>
            <a:r>
              <a:rPr lang="en-IN" sz="2200" b="0" u="none" strike="noStrike">
                <a:solidFill>
                  <a:srgbClr val="000000"/>
                </a:solidFill>
                <a:effectLst/>
                <a:uFillTx/>
                <a:latin typeface="Maiandra GD"/>
              </a:rPr>
              <a:t>charging</a:t>
            </a:r>
            <a:r>
              <a:rPr lang="en-IN" sz="2200" b="0" u="none" spc="-45" strike="noStrike">
                <a:solidFill>
                  <a:srgbClr val="000000"/>
                </a:solidFill>
                <a:effectLst/>
                <a:uFillTx/>
                <a:latin typeface="Maiandra GD"/>
              </a:rPr>
              <a:t> </a:t>
            </a:r>
            <a:r>
              <a:rPr lang="en-IN" sz="2200" b="0" u="none" strike="noStrike">
                <a:solidFill>
                  <a:srgbClr val="000000"/>
                </a:solidFill>
                <a:effectLst/>
                <a:uFillTx/>
                <a:latin typeface="Maiandra GD"/>
              </a:rPr>
              <a:t>schedules</a:t>
            </a:r>
            <a:r>
              <a:rPr lang="en-IN" sz="2200" b="0" u="none" spc="-79" strike="noStrike">
                <a:solidFill>
                  <a:srgbClr val="000000"/>
                </a:solidFill>
                <a:effectLst/>
                <a:uFillTx/>
                <a:latin typeface="Maiandra GD"/>
              </a:rPr>
              <a:t> </a:t>
            </a:r>
            <a:r>
              <a:rPr lang="en-IN" sz="2200" b="0" u="none" spc="-26" strike="noStrike">
                <a:solidFill>
                  <a:srgbClr val="000000"/>
                </a:solidFill>
                <a:effectLst/>
                <a:uFillTx/>
                <a:latin typeface="Maiandra GD"/>
              </a:rPr>
              <a:t>by </a:t>
            </a:r>
            <a:r>
              <a:rPr lang="en-IN" sz="2200" b="0" u="none" strike="noStrike">
                <a:solidFill>
                  <a:srgbClr val="000000"/>
                </a:solidFill>
                <a:effectLst/>
                <a:uFillTx/>
                <a:latin typeface="Maiandra GD"/>
              </a:rPr>
              <a:t>considering</a:t>
            </a:r>
            <a:r>
              <a:rPr lang="en-IN" sz="2200" b="0" u="none" spc="-71" strike="noStrike">
                <a:solidFill>
                  <a:srgbClr val="000000"/>
                </a:solidFill>
                <a:effectLst/>
                <a:uFillTx/>
                <a:latin typeface="Maiandra GD"/>
              </a:rPr>
              <a:t> </a:t>
            </a:r>
            <a:r>
              <a:rPr lang="en-IN" sz="2200" b="0" u="none" strike="noStrike">
                <a:solidFill>
                  <a:srgbClr val="000000"/>
                </a:solidFill>
                <a:effectLst/>
                <a:uFillTx/>
                <a:latin typeface="Maiandra GD"/>
              </a:rPr>
              <a:t>electricity</a:t>
            </a:r>
            <a:r>
              <a:rPr lang="en-IN" sz="2200" b="0" u="none" spc="-60" strike="noStrike">
                <a:solidFill>
                  <a:srgbClr val="000000"/>
                </a:solidFill>
                <a:effectLst/>
                <a:uFillTx/>
                <a:latin typeface="Maiandra GD"/>
              </a:rPr>
              <a:t> </a:t>
            </a:r>
            <a:r>
              <a:rPr lang="en-IN" sz="2200" b="0" u="none" strike="noStrike">
                <a:solidFill>
                  <a:srgbClr val="000000"/>
                </a:solidFill>
                <a:effectLst/>
                <a:uFillTx/>
                <a:latin typeface="Maiandra GD"/>
              </a:rPr>
              <a:t>prices</a:t>
            </a:r>
            <a:r>
              <a:rPr lang="en-IN" sz="2200" b="0" u="none" spc="-65" strike="noStrike">
                <a:solidFill>
                  <a:srgbClr val="000000"/>
                </a:solidFill>
                <a:effectLst/>
                <a:uFillTx/>
                <a:latin typeface="Maiandra GD"/>
              </a:rPr>
              <a:t> </a:t>
            </a:r>
            <a:r>
              <a:rPr lang="en-IN" sz="2200" b="0" u="none" strike="noStrike">
                <a:solidFill>
                  <a:srgbClr val="000000"/>
                </a:solidFill>
                <a:effectLst/>
                <a:uFillTx/>
                <a:latin typeface="Maiandra GD"/>
              </a:rPr>
              <a:t>and</a:t>
            </a:r>
            <a:r>
              <a:rPr lang="en-IN" sz="2200" b="0" u="none" spc="-65" strike="noStrike">
                <a:solidFill>
                  <a:srgbClr val="000000"/>
                </a:solidFill>
                <a:effectLst/>
                <a:uFillTx/>
                <a:latin typeface="Maiandra GD"/>
              </a:rPr>
              <a:t> </a:t>
            </a:r>
            <a:r>
              <a:rPr lang="en-IN" sz="2200" b="0" u="none" spc="-11" strike="noStrike">
                <a:solidFill>
                  <a:srgbClr val="000000"/>
                </a:solidFill>
                <a:effectLst/>
                <a:uFillTx/>
                <a:latin typeface="Maiandra GD"/>
              </a:rPr>
              <a:t>demand.</a:t>
            </a:r>
            <a:endParaRPr lang="en-IN" sz="2200" b="0" u="none" strike="noStrike">
              <a:solidFill>
                <a:srgbClr val="000000"/>
              </a:solidFill>
              <a:effectLst/>
              <a:uFillTx/>
              <a:latin typeface="Arial"/>
            </a:endParaRPr>
          </a:p>
        </p:txBody>
      </p:sp>
      <p:grpSp>
        <p:nvGrpSpPr>
          <p:cNvPr id="44" name="object 10"/>
          <p:cNvGrpSpPr/>
          <p:nvPr/>
        </p:nvGrpSpPr>
        <p:grpSpPr>
          <a:xfrm>
            <a:off x="0" y="26280"/>
            <a:ext cx="12191400" cy="867240"/>
            <a:chOff x="0" y="26280"/>
            <a:chExt cx="12191400" cy="867240"/>
          </a:xfrm>
        </p:grpSpPr>
        <p:pic>
          <p:nvPicPr>
            <p:cNvPr id="45" name="object 11"/>
            <p:cNvPicPr/>
            <p:nvPr/>
          </p:nvPicPr>
          <p:blipFill>
            <a:blip r:embed="rId1"/>
            <a:stretch/>
          </p:blipFill>
          <p:spPr>
            <a:xfrm>
              <a:off x="13680" y="26280"/>
              <a:ext cx="12177720" cy="800280"/>
            </a:xfrm>
            <a:prstGeom prst="rect">
              <a:avLst/>
            </a:prstGeom>
            <a:noFill/>
            <a:ln w="0">
              <a:noFill/>
            </a:ln>
          </p:spPr>
        </p:pic>
        <p:pic>
          <p:nvPicPr>
            <p:cNvPr id="46" name="object 12"/>
            <p:cNvPicPr/>
            <p:nvPr/>
          </p:nvPicPr>
          <p:blipFill>
            <a:blip r:embed="rId2"/>
            <a:stretch/>
          </p:blipFill>
          <p:spPr>
            <a:xfrm>
              <a:off x="0" y="33120"/>
              <a:ext cx="953280" cy="860400"/>
            </a:xfrm>
            <a:prstGeom prst="rect">
              <a:avLst/>
            </a:prstGeom>
            <a:noFill/>
            <a:ln w="0">
              <a:noFill/>
            </a:ln>
          </p:spPr>
        </p:pic>
      </p:grpSp>
      <p:sp>
        <p:nvSpPr>
          <p:cNvPr id="47" name="Rectangle 8"/>
          <p:cNvSpPr/>
          <p:nvPr/>
        </p:nvSpPr>
        <p:spPr>
          <a:xfrm>
            <a:off x="1198800" y="648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48" name="Picture 1" descr="ppt-2.jpg"/>
          <p:cNvPicPr/>
          <p:nvPr/>
        </p:nvPicPr>
        <p:blipFill>
          <a:blip r:embed="rId3"/>
          <a:stretch/>
        </p:blipFill>
        <p:spPr>
          <a:xfrm>
            <a:off x="757800" y="6324120"/>
            <a:ext cx="11428920" cy="520920"/>
          </a:xfrm>
          <a:prstGeom prst="rect">
            <a:avLst/>
          </a:prstGeom>
          <a:noFill/>
          <a:ln w="9525">
            <a:noFill/>
          </a:ln>
        </p:spPr>
      </p:pic>
      <p:sp>
        <p:nvSpPr>
          <p:cNvPr id="49" name="Rectangle 10"/>
          <p:cNvSpPr/>
          <p:nvPr/>
        </p:nvSpPr>
        <p:spPr>
          <a:xfrm>
            <a:off x="16740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2513160" y="-23760"/>
            <a:ext cx="7164720" cy="1195560"/>
          </a:xfrm>
          <a:prstGeom prst="rect">
            <a:avLst/>
          </a:prstGeom>
          <a:noFill/>
          <a:ln w="0">
            <a:noFill/>
          </a:ln>
        </p:spPr>
        <p:txBody>
          <a:bodyPr lIns="0" tIns="144360" rIns="0" bIns="0" anchor="t">
            <a:spAutoFit/>
          </a:bodyPr>
          <a:p>
            <a:pPr marL="1307520" indent="0" algn="l" defTabSz="914400">
              <a:lnSpc>
                <a:spcPct val="100000"/>
              </a:lnSpc>
              <a:spcBef>
                <a:spcPts val="99"/>
              </a:spcBef>
              <a:buNone/>
              <a:tabLst>
                <a:tab pos="0" algn="l"/>
              </a:tabLst>
            </a:pPr>
            <a:r>
              <a:rPr lang="en-IN" sz="4400" b="0" u="sng" spc="-51" strike="noStrike">
                <a:solidFill>
                  <a:schemeClr val="dk1"/>
                </a:solidFill>
                <a:effectLst/>
                <a:uFillTx/>
                <a:latin typeface="Maiandra GD"/>
              </a:rPr>
              <a:t>Literature</a:t>
            </a:r>
            <a:r>
              <a:rPr lang="en-IN" sz="4400" b="0" u="sng" spc="-326" strike="noStrike">
                <a:solidFill>
                  <a:schemeClr val="dk1"/>
                </a:solidFill>
                <a:effectLst/>
                <a:uFillTx/>
                <a:latin typeface="Maiandra GD"/>
              </a:rPr>
              <a:t> </a:t>
            </a:r>
            <a:r>
              <a:rPr lang="en-IN" sz="4400" b="0" u="sng" spc="-11" strike="noStrike">
                <a:solidFill>
                  <a:schemeClr val="dk1"/>
                </a:solidFill>
                <a:effectLst/>
                <a:uFillTx/>
                <a:latin typeface="Maiandra GD"/>
              </a:rPr>
              <a:t>Survey</a:t>
            </a:r>
            <a:endParaRPr lang="en-IN" sz="4400" b="0" u="none" strike="noStrike">
              <a:solidFill>
                <a:srgbClr val="000000"/>
              </a:solidFill>
              <a:effectLst/>
              <a:uFillTx/>
              <a:latin typeface="Calibri"/>
            </a:endParaRPr>
          </a:p>
        </p:txBody>
      </p:sp>
      <p:grpSp>
        <p:nvGrpSpPr>
          <p:cNvPr id="51" name="object 16"/>
          <p:cNvGrpSpPr/>
          <p:nvPr/>
        </p:nvGrpSpPr>
        <p:grpSpPr>
          <a:xfrm>
            <a:off x="-22680" y="-27720"/>
            <a:ext cx="12214080" cy="867240"/>
            <a:chOff x="-22680" y="-27720"/>
            <a:chExt cx="12214080" cy="867240"/>
          </a:xfrm>
        </p:grpSpPr>
        <p:pic>
          <p:nvPicPr>
            <p:cNvPr id="52" name="object 17"/>
            <p:cNvPicPr/>
            <p:nvPr/>
          </p:nvPicPr>
          <p:blipFill>
            <a:blip r:embed="rId1"/>
            <a:stretch/>
          </p:blipFill>
          <p:spPr>
            <a:xfrm>
              <a:off x="-9000" y="-27720"/>
              <a:ext cx="12200400" cy="800280"/>
            </a:xfrm>
            <a:prstGeom prst="rect">
              <a:avLst/>
            </a:prstGeom>
            <a:noFill/>
            <a:ln w="0">
              <a:noFill/>
            </a:ln>
          </p:spPr>
        </p:pic>
        <p:pic>
          <p:nvPicPr>
            <p:cNvPr id="53" name="object 18"/>
            <p:cNvPicPr/>
            <p:nvPr/>
          </p:nvPicPr>
          <p:blipFill>
            <a:blip r:embed="rId2"/>
            <a:stretch/>
          </p:blipFill>
          <p:spPr>
            <a:xfrm>
              <a:off x="-22680" y="-20880"/>
              <a:ext cx="955080" cy="860400"/>
            </a:xfrm>
            <a:prstGeom prst="rect">
              <a:avLst/>
            </a:prstGeom>
            <a:noFill/>
            <a:ln w="0">
              <a:noFill/>
            </a:ln>
          </p:spPr>
        </p:pic>
      </p:grpSp>
      <p:sp>
        <p:nvSpPr>
          <p:cNvPr id="54" name="Rectangle 1"/>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sp>
        <p:nvSpPr>
          <p:cNvPr id="55" name=""/>
          <p:cNvSpPr/>
          <p:nvPr/>
        </p:nvSpPr>
        <p:spPr>
          <a:xfrm>
            <a:off x="3819240" y="772920"/>
            <a:ext cx="4280400" cy="7610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4400" b="1" u="sng" strike="noStrike">
                <a:solidFill>
                  <a:schemeClr val="dk1"/>
                </a:solidFill>
                <a:effectLst/>
                <a:uFillTx/>
                <a:latin typeface="Maiandra GD"/>
              </a:rPr>
              <a:t>Literature Survey</a:t>
            </a:r>
            <a:endParaRPr lang="en-IN" sz="4400" b="0" u="none" strike="noStrike">
              <a:solidFill>
                <a:srgbClr val="000000"/>
              </a:solidFill>
              <a:effectLst/>
              <a:uFillTx/>
              <a:latin typeface="Arial"/>
            </a:endParaRPr>
          </a:p>
        </p:txBody>
      </p:sp>
      <p:pic>
        <p:nvPicPr>
          <p:cNvPr id="56" name="Picture 5" descr="ppt-2.jpg"/>
          <p:cNvPicPr/>
          <p:nvPr/>
        </p:nvPicPr>
        <p:blipFill>
          <a:blip r:embed="rId3"/>
          <a:stretch/>
        </p:blipFill>
        <p:spPr>
          <a:xfrm>
            <a:off x="762120" y="6324120"/>
            <a:ext cx="11428920" cy="520920"/>
          </a:xfrm>
          <a:prstGeom prst="rect">
            <a:avLst/>
          </a:prstGeom>
          <a:noFill/>
          <a:ln w="9525">
            <a:noFill/>
          </a:ln>
        </p:spPr>
      </p:pic>
      <p:sp>
        <p:nvSpPr>
          <p:cNvPr id="57" name="Rectangle 2"/>
          <p:cNvSpPr/>
          <p:nvPr/>
        </p:nvSpPr>
        <p:spPr>
          <a:xfrm>
            <a:off x="17172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graphicFrame>
        <p:nvGraphicFramePr>
          <p:cNvPr id="58" name="Table 4"/>
          <p:cNvGraphicFramePr/>
          <p:nvPr/>
        </p:nvGraphicFramePr>
        <p:xfrm>
          <a:off x="135000" y="1584360"/>
          <a:ext cx="11860200" cy="4715640"/>
        </p:xfrm>
        <a:graphic>
          <a:graphicData uri="http://schemas.openxmlformats.org/drawingml/2006/table">
            <a:tbl>
              <a:tblPr/>
              <a:tblGrid>
                <a:gridCol w="759600"/>
                <a:gridCol w="2849040"/>
                <a:gridCol w="1482480"/>
                <a:gridCol w="2095560"/>
                <a:gridCol w="2697120"/>
                <a:gridCol w="1976760"/>
              </a:tblGrid>
              <a:tr h="494280">
                <a:tc>
                  <a:txBody>
                    <a:bodyPr lIns="47160" tIns="23400" rIns="47160" bIns="23400" anchor="ctr">
                      <a:noAutofit/>
                    </a:bodyPr>
                    <a:p>
                      <a:pPr defTabSz="914400">
                        <a:lnSpc>
                          <a:spcPct val="100000"/>
                        </a:lnSpc>
                      </a:pPr>
                      <a:r>
                        <a:rPr lang="en-US" sz="1600" b="0" u="none" strike="noStrike">
                          <a:solidFill>
                            <a:schemeClr val="dk1"/>
                          </a:solidFill>
                          <a:effectLst/>
                          <a:uFillTx/>
                          <a:latin typeface="Maiandra GD"/>
                        </a:rPr>
                        <a:t>Year</a:t>
                      </a:r>
                      <a:endParaRPr lang="en-IN" sz="16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47160" tIns="23400" rIns="47160" bIns="23400" anchor="ctr">
                      <a:noAutofit/>
                    </a:bodyPr>
                    <a:p>
                      <a:pPr defTabSz="914400">
                        <a:lnSpc>
                          <a:spcPct val="100000"/>
                        </a:lnSpc>
                      </a:pPr>
                      <a:r>
                        <a:rPr lang="en-US" sz="1600" b="0" u="none" strike="noStrike">
                          <a:solidFill>
                            <a:schemeClr val="dk1"/>
                          </a:solidFill>
                          <a:effectLst/>
                          <a:uFillTx/>
                          <a:latin typeface="Maiandra GD"/>
                        </a:rPr>
                        <a:t>Title of The Research Paper</a:t>
                      </a:r>
                      <a:endParaRPr lang="en-IN" sz="16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47160" tIns="23400" rIns="47160" bIns="23400" anchor="ctr">
                      <a:noAutofit/>
                    </a:bodyPr>
                    <a:p>
                      <a:pPr defTabSz="914400">
                        <a:lnSpc>
                          <a:spcPct val="100000"/>
                        </a:lnSpc>
                      </a:pPr>
                      <a:r>
                        <a:rPr lang="en-US" sz="1600" b="0" u="none" strike="noStrike">
                          <a:solidFill>
                            <a:schemeClr val="dk1"/>
                          </a:solidFill>
                          <a:effectLst/>
                          <a:uFillTx/>
                          <a:latin typeface="Maiandra GD"/>
                        </a:rPr>
                        <a:t>Author</a:t>
                      </a:r>
                      <a:endParaRPr lang="en-IN" sz="16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47160" tIns="23400" rIns="47160" bIns="23400" anchor="ctr">
                      <a:noAutofit/>
                    </a:bodyPr>
                    <a:p>
                      <a:pPr defTabSz="914400">
                        <a:lnSpc>
                          <a:spcPct val="100000"/>
                        </a:lnSpc>
                      </a:pPr>
                      <a:r>
                        <a:rPr lang="en-US" sz="1600" b="0" u="none" strike="noStrike">
                          <a:solidFill>
                            <a:schemeClr val="dk1"/>
                          </a:solidFill>
                          <a:effectLst/>
                          <a:uFillTx/>
                          <a:latin typeface="Maiandra GD"/>
                        </a:rPr>
                        <a:t>Methodology</a:t>
                      </a:r>
                      <a:endParaRPr lang="en-IN" sz="16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47160" tIns="23400" rIns="47160" bIns="23400" anchor="ctr">
                      <a:noAutofit/>
                    </a:bodyPr>
                    <a:p>
                      <a:pPr defTabSz="914400">
                        <a:lnSpc>
                          <a:spcPct val="100000"/>
                        </a:lnSpc>
                      </a:pPr>
                      <a:r>
                        <a:rPr lang="en-US" sz="1600" b="0" u="none" strike="noStrike">
                          <a:solidFill>
                            <a:schemeClr val="dk1"/>
                          </a:solidFill>
                          <a:effectLst/>
                          <a:uFillTx/>
                          <a:latin typeface="Maiandra GD"/>
                        </a:rPr>
                        <a:t>Existing System</a:t>
                      </a:r>
                      <a:endParaRPr lang="en-IN" sz="16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47160" tIns="23400" rIns="47160" bIns="23400" anchor="ctr">
                      <a:noAutofit/>
                    </a:bodyPr>
                    <a:p>
                      <a:pPr marL="343080" indent="-343080" defTabSz="914400">
                        <a:lnSpc>
                          <a:spcPct val="100000"/>
                        </a:lnSpc>
                        <a:buClr>
                          <a:srgbClr val="000000"/>
                        </a:buClr>
                        <a:buFont typeface="Calibri Light"/>
                        <a:buAutoNum type="arabicPeriod"/>
                      </a:pPr>
                      <a:r>
                        <a:rPr lang="en-US" sz="1600" b="0" u="none" strike="noStrike">
                          <a:solidFill>
                            <a:schemeClr val="dk1"/>
                          </a:solidFill>
                          <a:effectLst/>
                          <a:uFillTx/>
                          <a:latin typeface="Maiandra GD"/>
                        </a:rPr>
                        <a:t>Drawbacks</a:t>
                      </a:r>
                      <a:endParaRPr lang="en-IN" sz="16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712160">
                <a:tc>
                  <a:txBody>
                    <a:bodyPr lIns="37800" tIns="18720" rIns="37800" bIns="18720" anchor="ctr">
                      <a:noAutofit/>
                    </a:bodyPr>
                    <a:p>
                      <a:pPr>
                        <a:lnSpc>
                          <a:spcPct val="100000"/>
                        </a:lnSpc>
                      </a:pPr>
                      <a:r>
                        <a:rPr lang="en-GB" sz="1800" b="1" u="none" strike="noStrike">
                          <a:solidFill>
                            <a:schemeClr val="dk1"/>
                          </a:solidFill>
                          <a:effectLst/>
                          <a:uFillTx/>
                          <a:latin typeface="Maiandra GD"/>
                        </a:rPr>
                        <a:t>2021</a:t>
                      </a:r>
                      <a:endParaRPr lang="en-IN" sz="1800" b="0" u="none" strike="noStrike">
                        <a:solidFill>
                          <a:srgbClr val="000000"/>
                        </a:solidFill>
                        <a:effectLst/>
                        <a:uFillTx/>
                        <a:latin typeface="Maiandra GD"/>
                      </a:endParaRPr>
                    </a:p>
                  </a:txBody>
                  <a:tcPr anchor="ctr" marL="37800" marR="37800" marT="18720" marB="18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37800" tIns="18720" rIns="37800" bIns="18720" anchor="ctr">
                      <a:noAutofit/>
                    </a:bodyPr>
                    <a:p>
                      <a:pPr>
                        <a:lnSpc>
                          <a:spcPct val="100000"/>
                        </a:lnSpc>
                      </a:pPr>
                      <a:r>
                        <a:rPr lang="en-GB" sz="1800" b="1" u="none" strike="noStrike">
                          <a:solidFill>
                            <a:schemeClr val="dk1"/>
                          </a:solidFill>
                          <a:effectLst/>
                          <a:uFillTx/>
                          <a:latin typeface="Maiandra GD"/>
                        </a:rPr>
                        <a:t>EV charging infrastructure in India</a:t>
                      </a:r>
                      <a:endParaRPr lang="en-IN" sz="1800" b="0" u="none" strike="noStrike">
                        <a:solidFill>
                          <a:srgbClr val="000000"/>
                        </a:solidFill>
                        <a:effectLst/>
                        <a:uFillTx/>
                        <a:latin typeface="Maiandra GD"/>
                      </a:endParaRPr>
                    </a:p>
                  </a:txBody>
                  <a:tcPr anchor="ctr" marL="37800" marR="37800" marT="18720" marB="18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37800" tIns="18720" rIns="37800" bIns="18720" anchor="ctr">
                      <a:noAutofit/>
                    </a:bodyPr>
                    <a:p>
                      <a:pPr>
                        <a:lnSpc>
                          <a:spcPct val="100000"/>
                        </a:lnSpc>
                      </a:pPr>
                      <a:r>
                        <a:rPr lang="en-GB" sz="1800" b="1" u="none" strike="noStrike">
                          <a:solidFill>
                            <a:schemeClr val="dk1"/>
                          </a:solidFill>
                          <a:effectLst/>
                          <a:uFillTx/>
                          <a:latin typeface="Maiandra GD"/>
                        </a:rPr>
                        <a:t>Mishra et al.</a:t>
                      </a:r>
                      <a:endParaRPr lang="en-IN" sz="1800" b="0" u="none" strike="noStrike">
                        <a:solidFill>
                          <a:srgbClr val="000000"/>
                        </a:solidFill>
                        <a:effectLst/>
                        <a:uFillTx/>
                        <a:latin typeface="Maiandra GD"/>
                      </a:endParaRPr>
                    </a:p>
                  </a:txBody>
                  <a:tcPr anchor="ctr" marL="37800" marR="37800" marT="18720" marB="18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37800" tIns="18720" rIns="37800" bIns="18720" anchor="ctr">
                      <a:noAutofit/>
                    </a:bodyPr>
                    <a:p>
                      <a:pPr>
                        <a:lnSpc>
                          <a:spcPct val="100000"/>
                        </a:lnSpc>
                      </a:pPr>
                      <a:r>
                        <a:rPr lang="en-GB" sz="1800" b="0" u="none" strike="noStrike">
                          <a:solidFill>
                            <a:schemeClr val="dk1"/>
                          </a:solidFill>
                          <a:effectLst/>
                          <a:uFillTx/>
                          <a:latin typeface="Maiandra GD"/>
                        </a:rPr>
                        <a:t>Reviewed development, infrastructure requirements and challenges of EV charging in India</a:t>
                      </a:r>
                      <a:endParaRPr lang="en-IN" sz="1800" b="0" u="none" strike="noStrike">
                        <a:solidFill>
                          <a:srgbClr val="000000"/>
                        </a:solidFill>
                        <a:effectLst/>
                        <a:uFillTx/>
                        <a:latin typeface="Maiandra GD"/>
                      </a:endParaRPr>
                    </a:p>
                  </a:txBody>
                  <a:tcPr anchor="ctr" marL="37800" marR="37800" marT="18720" marB="18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37800" tIns="18720" rIns="37800" bIns="18720" anchor="ctr">
                      <a:noAutofit/>
                    </a:bodyPr>
                    <a:p>
                      <a:r>
                        <a:rPr lang="en-IN" sz="1800" b="0" u="none" strike="noStrike">
                          <a:solidFill>
                            <a:srgbClr val="000000"/>
                          </a:solidFill>
                          <a:effectLst/>
                          <a:uFillTx/>
                          <a:latin typeface="Maiandra GD"/>
                        </a:rPr>
                        <a:t>EV charging infrastructure is mainly focused on deployment of charging stations, infrastructure development, and basic charging services.</a:t>
                      </a:r>
                      <a:endParaRPr lang="en-IN" sz="1800" b="0" u="none" strike="noStrike">
                        <a:solidFill>
                          <a:srgbClr val="000000"/>
                        </a:solidFill>
                        <a:effectLst/>
                        <a:uFillTx/>
                        <a:latin typeface="Maiandra GD"/>
                      </a:endParaRPr>
                    </a:p>
                  </a:txBody>
                  <a:tcPr anchor="ctr" marL="37800" marR="37800" marT="18720" marB="18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37800" tIns="18720" rIns="37800" bIns="18720" anchor="ctr">
                      <a:noAutofit/>
                    </a:bodyPr>
                    <a:p>
                      <a:pPr marL="216000" indent="-216000" defTabSz="914400">
                        <a:lnSpc>
                          <a:spcPct val="100000"/>
                        </a:lnSpc>
                        <a:buClr>
                          <a:srgbClr val="000000"/>
                        </a:buClr>
                        <a:buSzPct val="45000"/>
                        <a:buFont typeface="Wingdings" charset="2"/>
                        <a:buChar char=""/>
                      </a:pPr>
                      <a:r>
                        <a:rPr lang="en-GB" sz="1800" b="0" u="none" strike="noStrike">
                          <a:solidFill>
                            <a:schemeClr val="dk1"/>
                          </a:solidFill>
                          <a:effectLst/>
                          <a:uFillTx/>
                          <a:latin typeface="Maiandra GD"/>
                        </a:rPr>
                        <a:t>No intelligent AI-based user recommendation</a:t>
                      </a:r>
                      <a:endParaRPr lang="en-IN" sz="1800" b="0" u="none" strike="noStrike">
                        <a:solidFill>
                          <a:srgbClr val="000000"/>
                        </a:solidFill>
                        <a:effectLst/>
                        <a:uFillTx/>
                        <a:latin typeface="Maiandra GD"/>
                      </a:endParaRPr>
                    </a:p>
                  </a:txBody>
                  <a:tcPr anchor="ctr" marL="37800" marR="37800" marT="18720" marB="18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2509560">
                <a:tc>
                  <a:txBody>
                    <a:bodyPr lIns="37800" tIns="18720" rIns="37800" bIns="18720" anchor="ctr">
                      <a:noAutofit/>
                    </a:bodyPr>
                    <a:p>
                      <a:pPr defTabSz="914400">
                        <a:lnSpc>
                          <a:spcPct val="100000"/>
                        </a:lnSpc>
                      </a:pPr>
                      <a:r>
                        <a:rPr lang="en-US" sz="1600" b="1" u="none" strike="noStrike">
                          <a:solidFill>
                            <a:schemeClr val="dk1"/>
                          </a:solidFill>
                          <a:effectLst/>
                          <a:uFillTx/>
                          <a:latin typeface="Maiandra GD"/>
                        </a:rPr>
                        <a:t>2022</a:t>
                      </a:r>
                      <a:endParaRPr lang="en-IN" sz="1600" b="0" u="none" strike="noStrike">
                        <a:solidFill>
                          <a:srgbClr val="000000"/>
                        </a:solidFill>
                        <a:effectLst/>
                        <a:uFillTx/>
                        <a:latin typeface="Maiandra GD"/>
                      </a:endParaRPr>
                    </a:p>
                  </a:txBody>
                  <a:tcPr anchor="ctr" marL="37800" marR="37800" marT="18720" marB="18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37800" tIns="18720" rIns="37800" bIns="18720" anchor="ctr">
                      <a:noAutofit/>
                    </a:bodyPr>
                    <a:p>
                      <a:pPr>
                        <a:lnSpc>
                          <a:spcPct val="100000"/>
                        </a:lnSpc>
                      </a:pPr>
                      <a:r>
                        <a:rPr lang="en-GB" sz="1800" b="1" u="none" strike="noStrike">
                          <a:solidFill>
                            <a:schemeClr val="dk1"/>
                          </a:solidFill>
                          <a:effectLst/>
                          <a:uFillTx/>
                          <a:latin typeface="Maiandra GD"/>
                        </a:rPr>
                        <a:t>Optimal EV charging-station location</a:t>
                      </a:r>
                      <a:endParaRPr lang="en-IN" sz="1800" b="0" u="none" strike="noStrike">
                        <a:solidFill>
                          <a:srgbClr val="000000"/>
                        </a:solidFill>
                        <a:effectLst/>
                        <a:uFillTx/>
                        <a:latin typeface="Maiandra GD"/>
                      </a:endParaRPr>
                    </a:p>
                  </a:txBody>
                  <a:tcPr anchor="ctr" marL="37800" marR="37800" marT="18720" marB="18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37800" tIns="18720" rIns="37800" bIns="18720" anchor="ctr">
                      <a:noAutofit/>
                    </a:bodyPr>
                    <a:p>
                      <a:pPr>
                        <a:lnSpc>
                          <a:spcPct val="100000"/>
                        </a:lnSpc>
                      </a:pPr>
                      <a:r>
                        <a:rPr lang="en-GB" sz="1800" b="1" u="none" strike="noStrike">
                          <a:solidFill>
                            <a:schemeClr val="dk1"/>
                          </a:solidFill>
                          <a:effectLst/>
                          <a:uFillTx/>
                          <a:latin typeface="Maiandra GD"/>
                        </a:rPr>
                        <a:t>Ahmad et al.</a:t>
                      </a:r>
                      <a:endParaRPr lang="en-IN" sz="1800" b="0" u="none" strike="noStrike">
                        <a:solidFill>
                          <a:srgbClr val="000000"/>
                        </a:solidFill>
                        <a:effectLst/>
                        <a:uFillTx/>
                        <a:latin typeface="Maiandra GD"/>
                      </a:endParaRPr>
                    </a:p>
                  </a:txBody>
                  <a:tcPr anchor="ctr" marL="37800" marR="37800" marT="18720" marB="18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37800" tIns="18720" rIns="37800" bIns="18720" anchor="ctr">
                      <a:noAutofit/>
                    </a:bodyPr>
                    <a:p>
                      <a:pPr>
                        <a:lnSpc>
                          <a:spcPct val="100000"/>
                        </a:lnSpc>
                      </a:pPr>
                      <a:r>
                        <a:rPr lang="en-GB" sz="1800" b="0" u="none" strike="noStrike">
                          <a:solidFill>
                            <a:schemeClr val="dk1"/>
                          </a:solidFill>
                          <a:effectLst/>
                          <a:uFillTx/>
                          <a:latin typeface="Maiandra GD"/>
                        </a:rPr>
                        <a:t>Reviewed station placement, charging demand, optimization and grid impact</a:t>
                      </a:r>
                      <a:endParaRPr lang="en-IN" sz="1800" b="0" u="none" strike="noStrike">
                        <a:solidFill>
                          <a:srgbClr val="000000"/>
                        </a:solidFill>
                        <a:effectLst/>
                        <a:uFillTx/>
                        <a:latin typeface="Maiandra GD"/>
                      </a:endParaRPr>
                    </a:p>
                  </a:txBody>
                  <a:tcPr anchor="ctr" marL="37800" marR="37800" marT="18720" marB="18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37800" tIns="18720" rIns="37800" bIns="18720" anchor="ctr">
                      <a:noAutofit/>
                    </a:bodyPr>
                    <a:p>
                      <a:r>
                        <a:rPr lang="en-IN" sz="1800" b="0" u="none" strike="noStrike">
                          <a:solidFill>
                            <a:srgbClr val="000000"/>
                          </a:solidFill>
                          <a:effectLst/>
                          <a:uFillTx/>
                          <a:latin typeface="Maiandra GD"/>
                        </a:rPr>
                        <a:t>Existing systems focus on optimal charging-station placement, demand estimation, and grid-aware planning using location and charging-demand data.</a:t>
                      </a:r>
                      <a:endParaRPr lang="en-IN" sz="1800" b="0" u="none" strike="noStrike">
                        <a:solidFill>
                          <a:srgbClr val="000000"/>
                        </a:solidFill>
                        <a:effectLst/>
                        <a:uFillTx/>
                        <a:latin typeface="Arial"/>
                      </a:endParaRPr>
                    </a:p>
                    <a:p>
                      <a:endParaRPr lang="en-IN" sz="1800" b="0" u="none" strike="noStrike">
                        <a:solidFill>
                          <a:srgbClr val="000000"/>
                        </a:solidFill>
                        <a:effectLst/>
                        <a:uFillTx/>
                        <a:latin typeface="Arial"/>
                      </a:endParaRPr>
                    </a:p>
                  </a:txBody>
                  <a:tcPr anchor="ctr" marL="37800" marR="37800" marT="18720" marB="18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37800" tIns="18720" rIns="37800" bIns="18720" anchor="ctr">
                      <a:noAutofit/>
                    </a:bodyPr>
                    <a:p>
                      <a:pPr marL="216000" indent="-216000" defTabSz="914400">
                        <a:lnSpc>
                          <a:spcPct val="100000"/>
                        </a:lnSpc>
                        <a:buClr>
                          <a:srgbClr val="000000"/>
                        </a:buClr>
                        <a:buSzPct val="45000"/>
                        <a:buFont typeface="Wingdings" charset="2"/>
                        <a:buChar char=""/>
                      </a:pPr>
                      <a:r>
                        <a:rPr lang="en-GB" sz="1800" b="0" u="none" strike="noStrike">
                          <a:solidFill>
                            <a:schemeClr val="dk1"/>
                          </a:solidFill>
                          <a:effectLst/>
                          <a:uFillTx/>
                          <a:latin typeface="Maiandra GD"/>
                        </a:rPr>
                        <a:t>Focuses mainly on infrastructure planning rather than real-time user assistance</a:t>
                      </a:r>
                      <a:endParaRPr lang="en-IN" sz="1800" b="0" u="none" strike="noStrike">
                        <a:solidFill>
                          <a:srgbClr val="000000"/>
                        </a:solidFill>
                        <a:effectLst/>
                        <a:uFillTx/>
                        <a:latin typeface="Maiandra GD"/>
                      </a:endParaRPr>
                    </a:p>
                  </a:txBody>
                  <a:tcPr anchor="ctr" marL="37800" marR="37800" marT="18720" marB="18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2513160" y="-23760"/>
            <a:ext cx="7164720" cy="1195560"/>
          </a:xfrm>
          <a:prstGeom prst="rect">
            <a:avLst/>
          </a:prstGeom>
          <a:noFill/>
          <a:ln w="0">
            <a:noFill/>
          </a:ln>
        </p:spPr>
        <p:txBody>
          <a:bodyPr lIns="0" tIns="144360" rIns="0" bIns="0" anchor="t">
            <a:spAutoFit/>
          </a:bodyPr>
          <a:p>
            <a:pPr marL="1307520" indent="0" algn="l" defTabSz="914400">
              <a:lnSpc>
                <a:spcPct val="100000"/>
              </a:lnSpc>
              <a:spcBef>
                <a:spcPts val="99"/>
              </a:spcBef>
              <a:buNone/>
              <a:tabLst>
                <a:tab pos="0" algn="l"/>
              </a:tabLst>
            </a:pPr>
            <a:r>
              <a:rPr lang="en-IN" sz="4400" b="0" u="sng" spc="-51" strike="noStrike">
                <a:solidFill>
                  <a:schemeClr val="dk1"/>
                </a:solidFill>
                <a:effectLst/>
                <a:uFillTx/>
                <a:latin typeface="Maiandra GD"/>
              </a:rPr>
              <a:t>Literature</a:t>
            </a:r>
            <a:r>
              <a:rPr lang="en-IN" sz="4400" b="0" u="sng" spc="-326" strike="noStrike">
                <a:solidFill>
                  <a:schemeClr val="dk1"/>
                </a:solidFill>
                <a:effectLst/>
                <a:uFillTx/>
                <a:latin typeface="Maiandra GD"/>
              </a:rPr>
              <a:t> </a:t>
            </a:r>
            <a:r>
              <a:rPr lang="en-IN" sz="4400" b="0" u="sng" spc="-11" strike="noStrike">
                <a:solidFill>
                  <a:schemeClr val="dk1"/>
                </a:solidFill>
                <a:effectLst/>
                <a:uFillTx/>
                <a:latin typeface="Maiandra GD"/>
              </a:rPr>
              <a:t>Survey</a:t>
            </a:r>
            <a:endParaRPr lang="en-IN" sz="4400" b="0" u="none" strike="noStrike">
              <a:solidFill>
                <a:srgbClr val="000000"/>
              </a:solidFill>
              <a:effectLst/>
              <a:uFillTx/>
              <a:latin typeface="Calibri"/>
            </a:endParaRPr>
          </a:p>
        </p:txBody>
      </p:sp>
      <p:grpSp>
        <p:nvGrpSpPr>
          <p:cNvPr id="60" name="object 13"/>
          <p:cNvGrpSpPr/>
          <p:nvPr/>
        </p:nvGrpSpPr>
        <p:grpSpPr>
          <a:xfrm>
            <a:off x="-22680" y="-27720"/>
            <a:ext cx="12214080" cy="867240"/>
            <a:chOff x="-22680" y="-27720"/>
            <a:chExt cx="12214080" cy="867240"/>
          </a:xfrm>
        </p:grpSpPr>
        <p:pic>
          <p:nvPicPr>
            <p:cNvPr id="61" name="object 14"/>
            <p:cNvPicPr/>
            <p:nvPr/>
          </p:nvPicPr>
          <p:blipFill>
            <a:blip r:embed="rId1"/>
            <a:stretch/>
          </p:blipFill>
          <p:spPr>
            <a:xfrm>
              <a:off x="-9000" y="-27720"/>
              <a:ext cx="12200400" cy="800280"/>
            </a:xfrm>
            <a:prstGeom prst="rect">
              <a:avLst/>
            </a:prstGeom>
            <a:noFill/>
            <a:ln w="0">
              <a:noFill/>
            </a:ln>
          </p:spPr>
        </p:pic>
        <p:pic>
          <p:nvPicPr>
            <p:cNvPr id="62" name="object 15"/>
            <p:cNvPicPr/>
            <p:nvPr/>
          </p:nvPicPr>
          <p:blipFill>
            <a:blip r:embed="rId2"/>
            <a:stretch/>
          </p:blipFill>
          <p:spPr>
            <a:xfrm>
              <a:off x="-22680" y="-20880"/>
              <a:ext cx="955080" cy="860400"/>
            </a:xfrm>
            <a:prstGeom prst="rect">
              <a:avLst/>
            </a:prstGeom>
            <a:noFill/>
            <a:ln w="0">
              <a:noFill/>
            </a:ln>
          </p:spPr>
        </p:pic>
      </p:grpSp>
      <p:sp>
        <p:nvSpPr>
          <p:cNvPr id="63" name="Rectangle 3"/>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sp>
        <p:nvSpPr>
          <p:cNvPr id="64" name=""/>
          <p:cNvSpPr/>
          <p:nvPr/>
        </p:nvSpPr>
        <p:spPr>
          <a:xfrm>
            <a:off x="3819240" y="772920"/>
            <a:ext cx="4280400" cy="7610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4400" b="1" u="sng" strike="noStrike">
                <a:solidFill>
                  <a:schemeClr val="dk1"/>
                </a:solidFill>
                <a:effectLst/>
                <a:uFillTx/>
                <a:latin typeface="Maiandra GD"/>
              </a:rPr>
              <a:t>Literature Survey</a:t>
            </a:r>
            <a:endParaRPr lang="en-IN" sz="4400" b="0" u="none" strike="noStrike">
              <a:solidFill>
                <a:srgbClr val="000000"/>
              </a:solidFill>
              <a:effectLst/>
              <a:uFillTx/>
              <a:latin typeface="Arial"/>
            </a:endParaRPr>
          </a:p>
        </p:txBody>
      </p:sp>
      <p:pic>
        <p:nvPicPr>
          <p:cNvPr id="65" name="Picture 2" descr="ppt-2.jpg"/>
          <p:cNvPicPr/>
          <p:nvPr/>
        </p:nvPicPr>
        <p:blipFill>
          <a:blip r:embed="rId3"/>
          <a:stretch/>
        </p:blipFill>
        <p:spPr>
          <a:xfrm>
            <a:off x="762120" y="6324120"/>
            <a:ext cx="11428920" cy="520920"/>
          </a:xfrm>
          <a:prstGeom prst="rect">
            <a:avLst/>
          </a:prstGeom>
          <a:noFill/>
          <a:ln w="9525">
            <a:noFill/>
          </a:ln>
        </p:spPr>
      </p:pic>
      <p:sp>
        <p:nvSpPr>
          <p:cNvPr id="66" name="Rectangle 4"/>
          <p:cNvSpPr/>
          <p:nvPr/>
        </p:nvSpPr>
        <p:spPr>
          <a:xfrm>
            <a:off x="17172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graphicFrame>
        <p:nvGraphicFramePr>
          <p:cNvPr id="67" name="Table 3"/>
          <p:cNvGraphicFramePr/>
          <p:nvPr/>
        </p:nvGraphicFramePr>
        <p:xfrm>
          <a:off x="135720" y="1647720"/>
          <a:ext cx="11778840" cy="4479480"/>
        </p:xfrm>
        <a:graphic>
          <a:graphicData uri="http://schemas.openxmlformats.org/drawingml/2006/table">
            <a:tbl>
              <a:tblPr/>
              <a:tblGrid>
                <a:gridCol w="904680"/>
                <a:gridCol w="3020760"/>
                <a:gridCol w="1963440"/>
                <a:gridCol w="1963440"/>
                <a:gridCol w="1963440"/>
                <a:gridCol w="1963440"/>
              </a:tblGrid>
              <a:tr h="321480">
                <a:tc>
                  <a:txBody>
                    <a:bodyPr lIns="47160" tIns="23400" rIns="47160" bIns="23400" anchor="ctr">
                      <a:noAutofit/>
                    </a:bodyPr>
                    <a:p>
                      <a:pPr defTabSz="914400">
                        <a:lnSpc>
                          <a:spcPct val="100000"/>
                        </a:lnSpc>
                      </a:pPr>
                      <a:r>
                        <a:rPr lang="en-US" sz="1800" b="0" u="none" strike="noStrike">
                          <a:solidFill>
                            <a:schemeClr val="dk1"/>
                          </a:solidFill>
                          <a:effectLst/>
                          <a:uFillTx/>
                          <a:latin typeface="Maiandra GD"/>
                        </a:rPr>
                        <a:t>Year</a:t>
                      </a:r>
                      <a:endParaRPr lang="en-IN" sz="18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47160" tIns="23400" rIns="47160" bIns="23400" anchor="ctr">
                      <a:noAutofit/>
                    </a:bodyPr>
                    <a:p>
                      <a:pPr defTabSz="914400">
                        <a:lnSpc>
                          <a:spcPct val="100000"/>
                        </a:lnSpc>
                      </a:pPr>
                      <a:r>
                        <a:rPr lang="en-US" sz="1800" b="0" u="none" strike="noStrike">
                          <a:solidFill>
                            <a:schemeClr val="dk1"/>
                          </a:solidFill>
                          <a:effectLst/>
                          <a:uFillTx/>
                          <a:latin typeface="Maiandra GD"/>
                        </a:rPr>
                        <a:t>Title of The Research Paper</a:t>
                      </a:r>
                      <a:endParaRPr lang="en-IN" sz="18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47160" tIns="23400" rIns="47160" bIns="23400" anchor="ctr">
                      <a:noAutofit/>
                    </a:bodyPr>
                    <a:p>
                      <a:pPr defTabSz="914400">
                        <a:lnSpc>
                          <a:spcPct val="100000"/>
                        </a:lnSpc>
                      </a:pPr>
                      <a:r>
                        <a:rPr lang="en-US" sz="1800" b="0" u="none" strike="noStrike">
                          <a:solidFill>
                            <a:schemeClr val="dk1"/>
                          </a:solidFill>
                          <a:effectLst/>
                          <a:uFillTx/>
                          <a:latin typeface="Maiandra GD"/>
                        </a:rPr>
                        <a:t>Author</a:t>
                      </a:r>
                      <a:endParaRPr lang="en-IN" sz="18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47160" tIns="23400" rIns="47160" bIns="23400" anchor="ctr">
                      <a:noAutofit/>
                    </a:bodyPr>
                    <a:p>
                      <a:pPr defTabSz="914400">
                        <a:lnSpc>
                          <a:spcPct val="100000"/>
                        </a:lnSpc>
                      </a:pPr>
                      <a:r>
                        <a:rPr lang="en-US" sz="1800" b="0" u="none" strike="noStrike">
                          <a:solidFill>
                            <a:schemeClr val="dk1"/>
                          </a:solidFill>
                          <a:effectLst/>
                          <a:uFillTx/>
                          <a:latin typeface="Maiandra GD"/>
                        </a:rPr>
                        <a:t>Methodology</a:t>
                      </a:r>
                      <a:endParaRPr lang="en-IN" sz="18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47160" tIns="23400" rIns="47160" bIns="23400" anchor="ctr">
                      <a:noAutofit/>
                    </a:bodyPr>
                    <a:p>
                      <a:pPr defTabSz="914400">
                        <a:lnSpc>
                          <a:spcPct val="100000"/>
                        </a:lnSpc>
                      </a:pPr>
                      <a:r>
                        <a:rPr lang="en-US" sz="1800" b="0" u="none" strike="noStrike">
                          <a:solidFill>
                            <a:schemeClr val="dk1"/>
                          </a:solidFill>
                          <a:effectLst/>
                          <a:uFillTx/>
                          <a:latin typeface="Maiandra GD"/>
                        </a:rPr>
                        <a:t>Existing System</a:t>
                      </a:r>
                      <a:endParaRPr lang="en-IN" sz="18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47160" tIns="23400" rIns="47160" bIns="23400" anchor="ctr">
                      <a:noAutofit/>
                    </a:bodyPr>
                    <a:p>
                      <a:pPr marL="343080" indent="-343080" defTabSz="914400">
                        <a:lnSpc>
                          <a:spcPct val="100000"/>
                        </a:lnSpc>
                        <a:buClr>
                          <a:srgbClr val="000000"/>
                        </a:buClr>
                        <a:buFont typeface="Calibri Light"/>
                        <a:buAutoNum type="arabicPeriod"/>
                      </a:pPr>
                      <a:r>
                        <a:rPr lang="en-US" sz="1800" b="0" u="none" strike="noStrike">
                          <a:solidFill>
                            <a:schemeClr val="dk1"/>
                          </a:solidFill>
                          <a:effectLst/>
                          <a:uFillTx/>
                          <a:latin typeface="Maiandra GD"/>
                        </a:rPr>
                        <a:t>Drawbacks</a:t>
                      </a:r>
                      <a:endParaRPr lang="en-IN" sz="18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158000">
                <a:tc>
                  <a:txBody>
                    <a:bodyPr lIns="47160" tIns="23400" rIns="47160" bIns="23400" anchor="ctr">
                      <a:noAutofit/>
                    </a:bodyPr>
                    <a:p>
                      <a:pPr>
                        <a:lnSpc>
                          <a:spcPct val="100000"/>
                        </a:lnSpc>
                      </a:pPr>
                      <a:r>
                        <a:rPr lang="en-GB" sz="1800" b="1" u="none" strike="noStrike">
                          <a:solidFill>
                            <a:schemeClr val="dk1"/>
                          </a:solidFill>
                          <a:effectLst/>
                          <a:uFillTx/>
                          <a:latin typeface="Maiandra GD"/>
                        </a:rPr>
                        <a:t>2023</a:t>
                      </a:r>
                      <a:endParaRPr lang="en-IN" sz="18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47160" tIns="23400" rIns="47160" bIns="23400" anchor="ctr">
                      <a:noAutofit/>
                    </a:bodyPr>
                    <a:p>
                      <a:pPr>
                        <a:lnSpc>
                          <a:spcPct val="100000"/>
                        </a:lnSpc>
                      </a:pPr>
                      <a:r>
                        <a:rPr lang="en-GB" sz="1800" b="1" u="none" strike="noStrike">
                          <a:solidFill>
                            <a:schemeClr val="dk1"/>
                          </a:solidFill>
                          <a:effectLst/>
                          <a:uFillTx/>
                          <a:latin typeface="Maiandra GD"/>
                        </a:rPr>
                        <a:t>Charging technologies &amp; station recommendation</a:t>
                      </a:r>
                      <a:endParaRPr lang="en-IN" sz="18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47160" tIns="23400" rIns="47160" bIns="23400" anchor="ctr">
                      <a:noAutofit/>
                    </a:bodyPr>
                    <a:p>
                      <a:pPr>
                        <a:lnSpc>
                          <a:spcPct val="100000"/>
                        </a:lnSpc>
                      </a:pPr>
                      <a:r>
                        <a:rPr lang="en-GB" sz="1800" b="1" u="none" strike="noStrike">
                          <a:solidFill>
                            <a:schemeClr val="dk1"/>
                          </a:solidFill>
                          <a:effectLst/>
                          <a:uFillTx/>
                          <a:latin typeface="Maiandra GD"/>
                        </a:rPr>
                        <a:t>Charging Technology &amp; Recommendation Review</a:t>
                      </a:r>
                      <a:endParaRPr lang="en-IN" sz="18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47160" tIns="23400" rIns="47160" bIns="23400" anchor="ctr">
                      <a:noAutofit/>
                    </a:bodyPr>
                    <a:p>
                      <a:pPr>
                        <a:lnSpc>
                          <a:spcPct val="100000"/>
                        </a:lnSpc>
                      </a:pPr>
                      <a:r>
                        <a:rPr lang="en-GB" sz="1800" b="0" u="none" strike="noStrike">
                          <a:solidFill>
                            <a:schemeClr val="dk1"/>
                          </a:solidFill>
                          <a:effectLst/>
                          <a:uFillTx/>
                          <a:latin typeface="Maiandra GD"/>
                        </a:rPr>
                        <a:t>Reviewed charging technologies, infrastructure and station-finding/recommendation methods</a:t>
                      </a:r>
                      <a:endParaRPr lang="en-IN" sz="18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47160" tIns="23400" rIns="47160" bIns="23400" anchor="ctr">
                      <a:noAutofit/>
                    </a:bodyPr>
                    <a:p>
                      <a:r>
                        <a:rPr lang="en-IN" sz="1800" b="0" u="none" strike="noStrike">
                          <a:solidFill>
                            <a:srgbClr val="000000"/>
                          </a:solidFill>
                          <a:effectLst/>
                          <a:uFillTx/>
                          <a:latin typeface="Maiandra GD"/>
                        </a:rPr>
                        <a:t>Existing systems provide charging-station recommendation based on station location, availability, charging requirements, and user preferences. </a:t>
                      </a:r>
                      <a:endParaRPr lang="en-IN" sz="1800" b="0" u="none" strike="noStrike">
                        <a:solidFill>
                          <a:srgbClr val="000000"/>
                        </a:solidFill>
                        <a:effectLst/>
                        <a:uFillTx/>
                        <a:latin typeface="Maiandra GD"/>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47160" tIns="23400" rIns="47160" bIns="23400" anchor="ctr">
                      <a:noAutofit/>
                    </a:bodyPr>
                    <a:p>
                      <a:pPr marL="216000" indent="-216000" defTabSz="914400">
                        <a:lnSpc>
                          <a:spcPct val="100000"/>
                        </a:lnSpc>
                        <a:buClr>
                          <a:srgbClr val="000000"/>
                        </a:buClr>
                        <a:buSzPct val="45000"/>
                        <a:buFont typeface="Wingdings" charset="2"/>
                        <a:buChar char=""/>
                      </a:pPr>
                      <a:r>
                        <a:rPr lang="en-GB" sz="1800" b="0" u="none" strike="noStrike">
                          <a:solidFill>
                            <a:schemeClr val="dk1"/>
                          </a:solidFill>
                          <a:effectLst/>
                          <a:uFillTx/>
                          <a:latin typeface="Maiandra GD"/>
                        </a:rPr>
                        <a:t>Does not provide an Agentic AI system capable of reasoning and taking actions</a:t>
                      </a:r>
                      <a:endParaRPr lang="en-IN" sz="1800" b="0" u="none" strike="noStrike">
                        <a:solidFill>
                          <a:srgbClr val="000000"/>
                        </a:solidFill>
                        <a:effectLst/>
                        <a:uFillTx/>
                        <a:latin typeface="Arial"/>
                      </a:endParaRPr>
                    </a:p>
                  </a:txBody>
                  <a:tcPr anchor="ctr" marL="47160" marR="47160" marT="23400" marB="23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2811600" y="900000"/>
            <a:ext cx="7088040" cy="1353600"/>
          </a:xfrm>
          <a:prstGeom prst="rect">
            <a:avLst/>
          </a:prstGeom>
          <a:noFill/>
          <a:ln w="0">
            <a:noFill/>
          </a:ln>
        </p:spPr>
        <p:txBody>
          <a:bodyPr lIns="0" tIns="12240" rIns="0" bIns="0" anchor="t">
            <a:spAutoFit/>
          </a:bodyPr>
          <a:p>
            <a:pPr marL="12600" indent="0" algn="l" defTabSz="914400">
              <a:lnSpc>
                <a:spcPct val="100000"/>
              </a:lnSpc>
              <a:spcBef>
                <a:spcPts val="96"/>
              </a:spcBef>
              <a:buNone/>
              <a:tabLst>
                <a:tab pos="0" algn="l"/>
              </a:tabLst>
            </a:pPr>
            <a:r>
              <a:rPr lang="en-IN" sz="4400" b="0" u="sng" spc="-31" strike="noStrike">
                <a:solidFill>
                  <a:schemeClr val="dk1"/>
                </a:solidFill>
                <a:effectLst/>
                <a:uFillTx/>
                <a:latin typeface="Maiandra GD"/>
              </a:rPr>
              <a:t>Existing</a:t>
            </a:r>
            <a:r>
              <a:rPr lang="en-IN" sz="4400" b="0" u="sng" spc="-221" strike="noStrike">
                <a:solidFill>
                  <a:schemeClr val="dk1"/>
                </a:solidFill>
                <a:effectLst/>
                <a:uFillTx/>
                <a:latin typeface="Maiandra GD"/>
              </a:rPr>
              <a:t> </a:t>
            </a:r>
            <a:r>
              <a:rPr lang="en-IN" sz="4400" b="0" u="sng" spc="-111" strike="noStrike">
                <a:solidFill>
                  <a:schemeClr val="dk1"/>
                </a:solidFill>
                <a:effectLst/>
                <a:uFillTx/>
                <a:latin typeface="Maiandra GD"/>
              </a:rPr>
              <a:t>System</a:t>
            </a:r>
            <a:r>
              <a:rPr lang="en-IN" sz="4400" b="0" u="sng" spc="-261" strike="noStrike">
                <a:solidFill>
                  <a:schemeClr val="dk1"/>
                </a:solidFill>
                <a:effectLst/>
                <a:uFillTx/>
                <a:latin typeface="Maiandra GD"/>
              </a:rPr>
              <a:t> </a:t>
            </a:r>
            <a:r>
              <a:rPr lang="en-IN" sz="4400" b="0" u="sng" strike="noStrike">
                <a:solidFill>
                  <a:schemeClr val="dk1"/>
                </a:solidFill>
                <a:effectLst/>
                <a:uFillTx/>
                <a:latin typeface="Maiandra GD"/>
              </a:rPr>
              <a:t>&amp;</a:t>
            </a:r>
            <a:r>
              <a:rPr lang="en-IN" sz="4400" b="0" u="sng" spc="-71" strike="noStrike">
                <a:solidFill>
                  <a:schemeClr val="dk1"/>
                </a:solidFill>
                <a:effectLst/>
                <a:uFillTx/>
                <a:latin typeface="Maiandra GD"/>
              </a:rPr>
              <a:t> </a:t>
            </a:r>
            <a:r>
              <a:rPr lang="en-IN" sz="4400" b="0" u="sng" spc="-11" strike="noStrike">
                <a:solidFill>
                  <a:schemeClr val="dk1"/>
                </a:solidFill>
                <a:effectLst/>
                <a:uFillTx/>
                <a:latin typeface="Maiandra GD"/>
              </a:rPr>
              <a:t>Problems</a:t>
            </a:r>
            <a:endParaRPr lang="en-IN" sz="4400" b="0" u="none" strike="noStrike">
              <a:solidFill>
                <a:srgbClr val="000000"/>
              </a:solidFill>
              <a:effectLst/>
              <a:uFillTx/>
              <a:latin typeface="Calibri"/>
            </a:endParaRPr>
          </a:p>
        </p:txBody>
      </p:sp>
      <p:sp>
        <p:nvSpPr>
          <p:cNvPr id="69" name="object 3"/>
          <p:cNvSpPr/>
          <p:nvPr/>
        </p:nvSpPr>
        <p:spPr>
          <a:xfrm>
            <a:off x="1260000" y="1800000"/>
            <a:ext cx="8824680" cy="3762000"/>
          </a:xfrm>
          <a:prstGeom prst="rect">
            <a:avLst/>
          </a:prstGeom>
          <a:noFill/>
          <a:ln w="0">
            <a:noFill/>
          </a:ln>
        </p:spPr>
        <p:style>
          <a:lnRef idx="0"/>
          <a:fillRef idx="0"/>
          <a:effectRef idx="0"/>
          <a:fontRef idx="minor"/>
        </p:style>
        <p:txBody>
          <a:bodyPr lIns="0" tIns="74160" rIns="0" bIns="0" anchor="t">
            <a:spAutoFit/>
          </a:bodyPr>
          <a:p>
            <a:pPr marL="90000" defTabSz="914400">
              <a:lnSpc>
                <a:spcPct val="100000"/>
              </a:lnSpc>
              <a:spcBef>
                <a:spcPts val="584"/>
              </a:spcBef>
            </a:pPr>
            <a:r>
              <a:rPr lang="en-IN" sz="2200" b="1" u="none" strike="noStrike">
                <a:solidFill>
                  <a:srgbClr val="000000"/>
                </a:solidFill>
                <a:effectLst/>
                <a:uFillTx/>
                <a:latin typeface="Maiandra GD"/>
              </a:rPr>
              <a:t>Existing</a:t>
            </a:r>
            <a:r>
              <a:rPr lang="en-IN" sz="2200" b="1" u="none" spc="-65" strike="noStrike">
                <a:solidFill>
                  <a:srgbClr val="000000"/>
                </a:solidFill>
                <a:effectLst/>
                <a:uFillTx/>
                <a:latin typeface="Maiandra GD"/>
              </a:rPr>
              <a:t> </a:t>
            </a:r>
            <a:r>
              <a:rPr lang="en-IN" sz="2200" b="1" u="none" spc="-11" strike="noStrike">
                <a:solidFill>
                  <a:srgbClr val="000000"/>
                </a:solidFill>
                <a:effectLst/>
                <a:uFillTx/>
                <a:latin typeface="Maiandra GD"/>
              </a:rPr>
              <a:t>System</a:t>
            </a:r>
            <a:endParaRPr lang="en-IN" sz="2200" b="0" u="none" strike="noStrike">
              <a:solidFill>
                <a:srgbClr val="000000"/>
              </a:solidFill>
              <a:effectLst/>
              <a:uFillTx/>
              <a:latin typeface="Arial"/>
            </a:endParaRPr>
          </a:p>
          <a:p>
            <a:pPr marL="189360" indent="-176400" defTabSz="914400">
              <a:lnSpc>
                <a:spcPct val="100000"/>
              </a:lnSpc>
              <a:spcBef>
                <a:spcPts val="485"/>
              </a:spcBef>
              <a:buClr>
                <a:srgbClr val="000000"/>
              </a:buClr>
              <a:buFont typeface="Microsoft Sans Serif"/>
              <a:buChar char="•"/>
              <a:tabLst>
                <a:tab pos="189360" algn="l"/>
              </a:tabLst>
            </a:pPr>
            <a:r>
              <a:rPr lang="en-IN" sz="2200" b="0" u="none" strike="noStrike">
                <a:solidFill>
                  <a:srgbClr val="000000"/>
                </a:solidFill>
                <a:effectLst/>
                <a:uFillTx/>
                <a:latin typeface="Maiandra GD"/>
              </a:rPr>
              <a:t>Manual</a:t>
            </a:r>
            <a:r>
              <a:rPr lang="en-IN" sz="2200" b="0" u="none" spc="-54" strike="noStrike">
                <a:solidFill>
                  <a:srgbClr val="000000"/>
                </a:solidFill>
                <a:effectLst/>
                <a:uFillTx/>
                <a:latin typeface="Maiandra GD"/>
              </a:rPr>
              <a:t> </a:t>
            </a:r>
            <a:r>
              <a:rPr lang="en-IN" sz="2200" b="0" u="none" strike="noStrike">
                <a:solidFill>
                  <a:srgbClr val="000000"/>
                </a:solidFill>
                <a:effectLst/>
                <a:uFillTx/>
                <a:latin typeface="Maiandra GD"/>
              </a:rPr>
              <a:t>Charging</a:t>
            </a:r>
            <a:r>
              <a:rPr lang="en-IN" sz="2200" b="0" u="none" spc="-40" strike="noStrike">
                <a:solidFill>
                  <a:srgbClr val="000000"/>
                </a:solidFill>
                <a:effectLst/>
                <a:uFillTx/>
                <a:latin typeface="Maiandra GD"/>
              </a:rPr>
              <a:t> </a:t>
            </a:r>
            <a:r>
              <a:rPr lang="en-IN" sz="2200" b="0" u="none" strike="noStrike">
                <a:solidFill>
                  <a:srgbClr val="000000"/>
                </a:solidFill>
                <a:effectLst/>
                <a:uFillTx/>
                <a:latin typeface="Maiandra GD"/>
              </a:rPr>
              <a:t>:</a:t>
            </a:r>
            <a:r>
              <a:rPr lang="en-IN" sz="2200" b="0" u="none" spc="-60" strike="noStrike">
                <a:solidFill>
                  <a:srgbClr val="000000"/>
                </a:solidFill>
                <a:effectLst/>
                <a:uFillTx/>
                <a:latin typeface="Maiandra GD"/>
              </a:rPr>
              <a:t> </a:t>
            </a:r>
            <a:r>
              <a:rPr lang="en-IN" sz="2200" b="0" u="none" strike="noStrike">
                <a:solidFill>
                  <a:srgbClr val="000000"/>
                </a:solidFill>
                <a:effectLst/>
                <a:uFillTx/>
                <a:latin typeface="Maiandra GD"/>
              </a:rPr>
              <a:t>Users</a:t>
            </a:r>
            <a:r>
              <a:rPr lang="en-IN" sz="2200" b="0" u="none" spc="-65" strike="noStrike">
                <a:solidFill>
                  <a:srgbClr val="000000"/>
                </a:solidFill>
                <a:effectLst/>
                <a:uFillTx/>
                <a:latin typeface="Maiandra GD"/>
              </a:rPr>
              <a:t> </a:t>
            </a:r>
            <a:r>
              <a:rPr lang="en-IN" sz="2200" b="0" u="none" strike="noStrike">
                <a:solidFill>
                  <a:srgbClr val="000000"/>
                </a:solidFill>
                <a:effectLst/>
                <a:uFillTx/>
                <a:latin typeface="Maiandra GD"/>
              </a:rPr>
              <a:t>manually</a:t>
            </a:r>
            <a:r>
              <a:rPr lang="en-IN" sz="2200" b="0" u="none" spc="-45" strike="noStrike">
                <a:solidFill>
                  <a:srgbClr val="000000"/>
                </a:solidFill>
                <a:effectLst/>
                <a:uFillTx/>
                <a:latin typeface="Maiandra GD"/>
              </a:rPr>
              <a:t> </a:t>
            </a:r>
            <a:r>
              <a:rPr lang="en-IN" sz="2200" b="0" u="none" strike="noStrike">
                <a:solidFill>
                  <a:srgbClr val="000000"/>
                </a:solidFill>
                <a:effectLst/>
                <a:uFillTx/>
                <a:latin typeface="Maiandra GD"/>
              </a:rPr>
              <a:t>select</a:t>
            </a:r>
            <a:r>
              <a:rPr lang="en-IN" sz="2200" b="0" u="none" spc="-71" strike="noStrike">
                <a:solidFill>
                  <a:srgbClr val="000000"/>
                </a:solidFill>
                <a:effectLst/>
                <a:uFillTx/>
                <a:latin typeface="Maiandra GD"/>
              </a:rPr>
              <a:t> </a:t>
            </a:r>
            <a:r>
              <a:rPr lang="en-IN" sz="2200" b="0" u="none" strike="noStrike">
                <a:solidFill>
                  <a:srgbClr val="000000"/>
                </a:solidFill>
                <a:effectLst/>
                <a:uFillTx/>
                <a:latin typeface="Maiandra GD"/>
              </a:rPr>
              <a:t>when</a:t>
            </a:r>
            <a:r>
              <a:rPr lang="en-IN" sz="2200" b="0" u="none" spc="-54" strike="noStrike">
                <a:solidFill>
                  <a:srgbClr val="000000"/>
                </a:solidFill>
                <a:effectLst/>
                <a:uFillTx/>
                <a:latin typeface="Maiandra GD"/>
              </a:rPr>
              <a:t> </a:t>
            </a:r>
            <a:r>
              <a:rPr lang="en-IN" sz="2200" b="0" u="none" strike="noStrike">
                <a:solidFill>
                  <a:srgbClr val="000000"/>
                </a:solidFill>
                <a:effectLst/>
                <a:uFillTx/>
                <a:latin typeface="Maiandra GD"/>
              </a:rPr>
              <a:t>and</a:t>
            </a:r>
            <a:r>
              <a:rPr lang="en-IN" sz="2200" b="0" u="none" spc="-54" strike="noStrike">
                <a:solidFill>
                  <a:srgbClr val="000000"/>
                </a:solidFill>
                <a:effectLst/>
                <a:uFillTx/>
                <a:latin typeface="Maiandra GD"/>
              </a:rPr>
              <a:t> </a:t>
            </a:r>
            <a:r>
              <a:rPr lang="en-IN" sz="2200" b="0" u="none" strike="noStrike">
                <a:solidFill>
                  <a:srgbClr val="000000"/>
                </a:solidFill>
                <a:effectLst/>
                <a:uFillTx/>
                <a:latin typeface="Maiandra GD"/>
              </a:rPr>
              <a:t>where</a:t>
            </a:r>
            <a:r>
              <a:rPr lang="en-IN" sz="2200" b="0" u="none" spc="-54" strike="noStrike">
                <a:solidFill>
                  <a:srgbClr val="000000"/>
                </a:solidFill>
                <a:effectLst/>
                <a:uFillTx/>
                <a:latin typeface="Maiandra GD"/>
              </a:rPr>
              <a:t> </a:t>
            </a:r>
            <a:r>
              <a:rPr lang="en-IN" sz="2200" b="0" u="none" strike="noStrike">
                <a:solidFill>
                  <a:srgbClr val="000000"/>
                </a:solidFill>
                <a:effectLst/>
                <a:uFillTx/>
                <a:latin typeface="Maiandra GD"/>
              </a:rPr>
              <a:t>to</a:t>
            </a:r>
            <a:r>
              <a:rPr lang="en-IN" sz="2200" b="0" u="none" spc="-65" strike="noStrike">
                <a:solidFill>
                  <a:srgbClr val="000000"/>
                </a:solidFill>
                <a:effectLst/>
                <a:uFillTx/>
                <a:latin typeface="Maiandra GD"/>
              </a:rPr>
              <a:t> </a:t>
            </a:r>
            <a:r>
              <a:rPr lang="en-IN" sz="2200" b="0" u="none" spc="-11" strike="noStrike">
                <a:solidFill>
                  <a:srgbClr val="000000"/>
                </a:solidFill>
                <a:effectLst/>
                <a:uFillTx/>
                <a:latin typeface="Maiandra GD"/>
              </a:rPr>
              <a:t>charge.</a:t>
            </a:r>
            <a:endParaRPr lang="en-IN" sz="2200" b="0" u="none" strike="noStrike">
              <a:solidFill>
                <a:srgbClr val="000000"/>
              </a:solidFill>
              <a:effectLst/>
              <a:uFillTx/>
              <a:latin typeface="Arial"/>
            </a:endParaRPr>
          </a:p>
          <a:p>
            <a:pPr marL="189360" indent="-176400" defTabSz="914400">
              <a:lnSpc>
                <a:spcPct val="100000"/>
              </a:lnSpc>
              <a:buClr>
                <a:srgbClr val="000000"/>
              </a:buClr>
              <a:buFont typeface="Microsoft Sans Serif"/>
              <a:buChar char="•"/>
              <a:tabLst>
                <a:tab pos="189360" algn="l"/>
              </a:tabLst>
            </a:pPr>
            <a:r>
              <a:rPr lang="en-IN" sz="2200" b="0" u="none" strike="noStrike">
                <a:solidFill>
                  <a:srgbClr val="000000"/>
                </a:solidFill>
                <a:effectLst/>
                <a:uFillTx/>
                <a:latin typeface="Maiandra GD"/>
              </a:rPr>
              <a:t>Basic</a:t>
            </a:r>
            <a:r>
              <a:rPr lang="en-IN" sz="2200" b="0" u="none" spc="-65" strike="noStrike">
                <a:solidFill>
                  <a:srgbClr val="000000"/>
                </a:solidFill>
                <a:effectLst/>
                <a:uFillTx/>
                <a:latin typeface="Maiandra GD"/>
              </a:rPr>
              <a:t> </a:t>
            </a:r>
            <a:r>
              <a:rPr lang="en-IN" sz="2200" b="0" u="none" strike="noStrike">
                <a:solidFill>
                  <a:srgbClr val="000000"/>
                </a:solidFill>
                <a:effectLst/>
                <a:uFillTx/>
                <a:latin typeface="Maiandra GD"/>
              </a:rPr>
              <a:t>Charging</a:t>
            </a:r>
            <a:r>
              <a:rPr lang="en-IN" sz="2200" b="0" u="none" spc="-40" strike="noStrike">
                <a:solidFill>
                  <a:srgbClr val="000000"/>
                </a:solidFill>
                <a:effectLst/>
                <a:uFillTx/>
                <a:latin typeface="Maiandra GD"/>
              </a:rPr>
              <a:t> </a:t>
            </a:r>
            <a:r>
              <a:rPr lang="en-IN" sz="2200" b="0" u="none" strike="noStrike">
                <a:solidFill>
                  <a:srgbClr val="000000"/>
                </a:solidFill>
                <a:effectLst/>
                <a:uFillTx/>
                <a:latin typeface="Maiandra GD"/>
              </a:rPr>
              <a:t>Apps</a:t>
            </a:r>
            <a:r>
              <a:rPr lang="en-IN" sz="2200" b="0" u="none" spc="-51" strike="noStrike">
                <a:solidFill>
                  <a:srgbClr val="000000"/>
                </a:solidFill>
                <a:effectLst/>
                <a:uFillTx/>
                <a:latin typeface="Maiandra GD"/>
              </a:rPr>
              <a:t> </a:t>
            </a:r>
            <a:r>
              <a:rPr lang="en-IN" sz="2200" b="0" u="none" strike="noStrike">
                <a:solidFill>
                  <a:srgbClr val="000000"/>
                </a:solidFill>
                <a:effectLst/>
                <a:uFillTx/>
                <a:latin typeface="Maiandra GD"/>
              </a:rPr>
              <a:t>:</a:t>
            </a:r>
            <a:r>
              <a:rPr lang="en-IN" sz="2200" b="0" u="none" spc="-60" strike="noStrike">
                <a:solidFill>
                  <a:srgbClr val="000000"/>
                </a:solidFill>
                <a:effectLst/>
                <a:uFillTx/>
                <a:latin typeface="Maiandra GD"/>
              </a:rPr>
              <a:t> </a:t>
            </a:r>
            <a:r>
              <a:rPr lang="en-IN" sz="2200" b="0" u="none" strike="noStrike">
                <a:solidFill>
                  <a:srgbClr val="000000"/>
                </a:solidFill>
                <a:effectLst/>
                <a:uFillTx/>
                <a:latin typeface="Maiandra GD"/>
              </a:rPr>
              <a:t>Show</a:t>
            </a:r>
            <a:r>
              <a:rPr lang="en-IN" sz="2200" b="0" u="none" spc="-65" strike="noStrike">
                <a:solidFill>
                  <a:srgbClr val="000000"/>
                </a:solidFill>
                <a:effectLst/>
                <a:uFillTx/>
                <a:latin typeface="Maiandra GD"/>
              </a:rPr>
              <a:t> </a:t>
            </a:r>
            <a:r>
              <a:rPr lang="en-IN" sz="2200" b="0" u="none" strike="noStrike">
                <a:solidFill>
                  <a:srgbClr val="000000"/>
                </a:solidFill>
                <a:effectLst/>
                <a:uFillTx/>
                <a:latin typeface="Maiandra GD"/>
              </a:rPr>
              <a:t>charging</a:t>
            </a:r>
            <a:r>
              <a:rPr lang="en-IN" sz="2200" b="0" u="none" spc="-60" strike="noStrike">
                <a:solidFill>
                  <a:srgbClr val="000000"/>
                </a:solidFill>
                <a:effectLst/>
                <a:uFillTx/>
                <a:latin typeface="Maiandra GD"/>
              </a:rPr>
              <a:t> </a:t>
            </a:r>
            <a:r>
              <a:rPr lang="en-IN" sz="2200" b="0" u="none" strike="noStrike">
                <a:solidFill>
                  <a:srgbClr val="000000"/>
                </a:solidFill>
                <a:effectLst/>
                <a:uFillTx/>
                <a:latin typeface="Maiandra GD"/>
              </a:rPr>
              <a:t>stations</a:t>
            </a:r>
            <a:r>
              <a:rPr lang="en-IN" sz="2200" b="0" u="none" spc="-54" strike="noStrike">
                <a:solidFill>
                  <a:srgbClr val="000000"/>
                </a:solidFill>
                <a:effectLst/>
                <a:uFillTx/>
                <a:latin typeface="Maiandra GD"/>
              </a:rPr>
              <a:t> </a:t>
            </a:r>
            <a:r>
              <a:rPr lang="en-IN" sz="2200" b="0" u="none" strike="noStrike">
                <a:solidFill>
                  <a:srgbClr val="000000"/>
                </a:solidFill>
                <a:effectLst/>
                <a:uFillTx/>
                <a:latin typeface="Maiandra GD"/>
              </a:rPr>
              <a:t>and</a:t>
            </a:r>
            <a:r>
              <a:rPr lang="en-IN" sz="2200" b="0" u="none" spc="-65" strike="noStrike">
                <a:solidFill>
                  <a:srgbClr val="000000"/>
                </a:solidFill>
                <a:effectLst/>
                <a:uFillTx/>
                <a:latin typeface="Maiandra GD"/>
              </a:rPr>
              <a:t> </a:t>
            </a:r>
            <a:r>
              <a:rPr lang="en-IN" sz="2200" b="0" u="none" strike="noStrike">
                <a:solidFill>
                  <a:srgbClr val="000000"/>
                </a:solidFill>
                <a:effectLst/>
                <a:uFillTx/>
                <a:latin typeface="Maiandra GD"/>
              </a:rPr>
              <a:t>their</a:t>
            </a:r>
            <a:r>
              <a:rPr lang="en-IN" sz="2200" b="0" u="none" spc="-65" strike="noStrike">
                <a:solidFill>
                  <a:srgbClr val="000000"/>
                </a:solidFill>
                <a:effectLst/>
                <a:uFillTx/>
                <a:latin typeface="Maiandra GD"/>
              </a:rPr>
              <a:t> </a:t>
            </a:r>
            <a:r>
              <a:rPr lang="en-IN" sz="2200" b="0" u="none" spc="-11" strike="noStrike">
                <a:solidFill>
                  <a:srgbClr val="000000"/>
                </a:solidFill>
                <a:effectLst/>
                <a:uFillTx/>
                <a:latin typeface="Maiandra GD"/>
              </a:rPr>
              <a:t>availability.</a:t>
            </a:r>
            <a:endParaRPr lang="en-IN" sz="2200" b="0" u="none" strike="noStrike">
              <a:solidFill>
                <a:srgbClr val="000000"/>
              </a:solidFill>
              <a:effectLst/>
              <a:uFillTx/>
              <a:latin typeface="Arial"/>
            </a:endParaRPr>
          </a:p>
          <a:p>
            <a:pPr marL="189360" indent="-176400" defTabSz="914400">
              <a:lnSpc>
                <a:spcPct val="100000"/>
              </a:lnSpc>
              <a:buClr>
                <a:srgbClr val="000000"/>
              </a:buClr>
              <a:buFont typeface="Microsoft Sans Serif"/>
              <a:buChar char="•"/>
              <a:tabLst>
                <a:tab pos="189360" algn="l"/>
              </a:tabLst>
            </a:pPr>
            <a:r>
              <a:rPr lang="en-IN" sz="2200" b="0" u="none" strike="noStrike">
                <a:solidFill>
                  <a:srgbClr val="000000"/>
                </a:solidFill>
                <a:effectLst/>
                <a:uFillTx/>
                <a:latin typeface="Maiandra GD"/>
              </a:rPr>
              <a:t>Fixed</a:t>
            </a:r>
            <a:r>
              <a:rPr lang="en-IN" sz="2200" b="0" u="none" spc="-71" strike="noStrike">
                <a:solidFill>
                  <a:srgbClr val="000000"/>
                </a:solidFill>
                <a:effectLst/>
                <a:uFillTx/>
                <a:latin typeface="Maiandra GD"/>
              </a:rPr>
              <a:t> </a:t>
            </a:r>
            <a:r>
              <a:rPr lang="en-IN" sz="2200" b="0" u="none" strike="noStrike">
                <a:solidFill>
                  <a:srgbClr val="000000"/>
                </a:solidFill>
                <a:effectLst/>
                <a:uFillTx/>
                <a:latin typeface="Maiandra GD"/>
              </a:rPr>
              <a:t>Scheduling</a:t>
            </a:r>
            <a:r>
              <a:rPr lang="en-IN" sz="2200" b="0" u="none" spc="-71" strike="noStrike">
                <a:solidFill>
                  <a:srgbClr val="000000"/>
                </a:solidFill>
                <a:effectLst/>
                <a:uFillTx/>
                <a:latin typeface="Maiandra GD"/>
              </a:rPr>
              <a:t> </a:t>
            </a:r>
            <a:r>
              <a:rPr lang="en-IN" sz="2200" b="0" u="none" strike="noStrike">
                <a:solidFill>
                  <a:srgbClr val="000000"/>
                </a:solidFill>
                <a:effectLst/>
                <a:uFillTx/>
                <a:latin typeface="Maiandra GD"/>
              </a:rPr>
              <a:t>:</a:t>
            </a:r>
            <a:r>
              <a:rPr lang="en-IN" sz="2200" b="0" u="none" spc="-71" strike="noStrike">
                <a:solidFill>
                  <a:srgbClr val="000000"/>
                </a:solidFill>
                <a:effectLst/>
                <a:uFillTx/>
                <a:latin typeface="Maiandra GD"/>
              </a:rPr>
              <a:t> </a:t>
            </a:r>
            <a:r>
              <a:rPr lang="en-IN" sz="2200" b="0" u="none" strike="noStrike">
                <a:solidFill>
                  <a:srgbClr val="000000"/>
                </a:solidFill>
                <a:effectLst/>
                <a:uFillTx/>
                <a:latin typeface="Maiandra GD"/>
              </a:rPr>
              <a:t>Charging</a:t>
            </a:r>
            <a:r>
              <a:rPr lang="en-IN" sz="2200" b="0" u="none" spc="-65" strike="noStrike">
                <a:solidFill>
                  <a:srgbClr val="000000"/>
                </a:solidFill>
                <a:effectLst/>
                <a:uFillTx/>
                <a:latin typeface="Maiandra GD"/>
              </a:rPr>
              <a:t> </a:t>
            </a:r>
            <a:r>
              <a:rPr lang="en-IN" sz="2200" b="0" u="none" strike="noStrike">
                <a:solidFill>
                  <a:srgbClr val="000000"/>
                </a:solidFill>
                <a:effectLst/>
                <a:uFillTx/>
                <a:latin typeface="Maiandra GD"/>
              </a:rPr>
              <a:t>is</a:t>
            </a:r>
            <a:r>
              <a:rPr lang="en-IN" sz="2200" b="0" u="none" spc="-71" strike="noStrike">
                <a:solidFill>
                  <a:srgbClr val="000000"/>
                </a:solidFill>
                <a:effectLst/>
                <a:uFillTx/>
                <a:latin typeface="Maiandra GD"/>
              </a:rPr>
              <a:t> </a:t>
            </a:r>
            <a:r>
              <a:rPr lang="en-IN" sz="2200" b="0" u="none" strike="noStrike">
                <a:solidFill>
                  <a:srgbClr val="000000"/>
                </a:solidFill>
                <a:effectLst/>
                <a:uFillTx/>
                <a:latin typeface="Maiandra GD"/>
              </a:rPr>
              <a:t>scheduled</a:t>
            </a:r>
            <a:r>
              <a:rPr lang="en-IN" sz="2200" b="0" u="none" spc="-79" strike="noStrike">
                <a:solidFill>
                  <a:srgbClr val="000000"/>
                </a:solidFill>
                <a:effectLst/>
                <a:uFillTx/>
                <a:latin typeface="Maiandra GD"/>
              </a:rPr>
              <a:t> </a:t>
            </a:r>
            <a:r>
              <a:rPr lang="en-IN" sz="2200" b="0" u="none" strike="noStrike">
                <a:solidFill>
                  <a:srgbClr val="000000"/>
                </a:solidFill>
                <a:effectLst/>
                <a:uFillTx/>
                <a:latin typeface="Maiandra GD"/>
              </a:rPr>
              <a:t>using</a:t>
            </a:r>
            <a:r>
              <a:rPr lang="en-IN" sz="2200" b="0" u="none" spc="-79" strike="noStrike">
                <a:solidFill>
                  <a:srgbClr val="000000"/>
                </a:solidFill>
                <a:effectLst/>
                <a:uFillTx/>
                <a:latin typeface="Maiandra GD"/>
              </a:rPr>
              <a:t> </a:t>
            </a:r>
            <a:r>
              <a:rPr lang="en-IN" sz="2200" b="0" u="none" strike="noStrike">
                <a:solidFill>
                  <a:srgbClr val="000000"/>
                </a:solidFill>
                <a:effectLst/>
                <a:uFillTx/>
                <a:latin typeface="Maiandra GD"/>
              </a:rPr>
              <a:t>predefined</a:t>
            </a:r>
            <a:r>
              <a:rPr lang="en-IN" sz="2200" b="0" u="none" spc="-65" strike="noStrike">
                <a:solidFill>
                  <a:srgbClr val="000000"/>
                </a:solidFill>
                <a:effectLst/>
                <a:uFillTx/>
                <a:latin typeface="Maiandra GD"/>
              </a:rPr>
              <a:t> </a:t>
            </a:r>
            <a:r>
              <a:rPr lang="en-IN" sz="2200" b="0" u="none" strike="noStrike">
                <a:solidFill>
                  <a:srgbClr val="000000"/>
                </a:solidFill>
                <a:effectLst/>
                <a:uFillTx/>
                <a:latin typeface="Maiandra GD"/>
              </a:rPr>
              <a:t>time</a:t>
            </a:r>
            <a:r>
              <a:rPr lang="en-IN" sz="2200" b="0" u="none" spc="-71" strike="noStrike">
                <a:solidFill>
                  <a:srgbClr val="000000"/>
                </a:solidFill>
                <a:effectLst/>
                <a:uFillTx/>
                <a:latin typeface="Maiandra GD"/>
              </a:rPr>
              <a:t> </a:t>
            </a:r>
            <a:r>
              <a:rPr lang="en-IN" sz="2200" b="0" u="none" spc="-11" strike="noStrike">
                <a:solidFill>
                  <a:srgbClr val="000000"/>
                </a:solidFill>
                <a:effectLst/>
                <a:uFillTx/>
                <a:latin typeface="Maiandra GD"/>
              </a:rPr>
              <a:t>slots.</a:t>
            </a:r>
            <a:endParaRPr lang="en-IN" sz="2200" b="0" u="none" strike="noStrike">
              <a:solidFill>
                <a:srgbClr val="000000"/>
              </a:solidFill>
              <a:effectLst/>
              <a:uFillTx/>
              <a:latin typeface="Arial"/>
            </a:endParaRPr>
          </a:p>
          <a:p>
            <a:pPr marL="189360" indent="-176400" defTabSz="914400">
              <a:lnSpc>
                <a:spcPct val="100000"/>
              </a:lnSpc>
              <a:buClr>
                <a:srgbClr val="000000"/>
              </a:buClr>
              <a:buFont typeface="Microsoft Sans Serif"/>
              <a:buChar char="•"/>
              <a:tabLst>
                <a:tab pos="189360" algn="l"/>
              </a:tabLst>
            </a:pPr>
            <a:r>
              <a:rPr lang="en-IN" sz="2200" b="0" u="none" strike="noStrike">
                <a:solidFill>
                  <a:srgbClr val="000000"/>
                </a:solidFill>
                <a:effectLst/>
                <a:uFillTx/>
                <a:latin typeface="Maiandra GD"/>
              </a:rPr>
              <a:t>Limited</a:t>
            </a:r>
            <a:r>
              <a:rPr lang="en-IN" sz="2200" b="0" u="none" spc="-51" strike="noStrike">
                <a:solidFill>
                  <a:srgbClr val="000000"/>
                </a:solidFill>
                <a:effectLst/>
                <a:uFillTx/>
                <a:latin typeface="Maiandra GD"/>
              </a:rPr>
              <a:t> </a:t>
            </a:r>
            <a:r>
              <a:rPr lang="en-IN" sz="2200" b="0" u="none" strike="noStrike">
                <a:solidFill>
                  <a:srgbClr val="000000"/>
                </a:solidFill>
                <a:effectLst/>
                <a:uFillTx/>
                <a:latin typeface="Maiandra GD"/>
              </a:rPr>
              <a:t>AI</a:t>
            </a:r>
            <a:r>
              <a:rPr lang="en-IN" sz="2200" b="0" u="none" spc="-45" strike="noStrike">
                <a:solidFill>
                  <a:srgbClr val="000000"/>
                </a:solidFill>
                <a:effectLst/>
                <a:uFillTx/>
                <a:latin typeface="Maiandra GD"/>
              </a:rPr>
              <a:t> </a:t>
            </a:r>
            <a:r>
              <a:rPr lang="en-IN" sz="2200" b="0" u="none" strike="noStrike">
                <a:solidFill>
                  <a:srgbClr val="000000"/>
                </a:solidFill>
                <a:effectLst/>
                <a:uFillTx/>
                <a:latin typeface="Maiandra GD"/>
              </a:rPr>
              <a:t>:</a:t>
            </a:r>
            <a:r>
              <a:rPr lang="en-IN" sz="2200" b="0" u="none" spc="-51" strike="noStrike">
                <a:solidFill>
                  <a:srgbClr val="000000"/>
                </a:solidFill>
                <a:effectLst/>
                <a:uFillTx/>
                <a:latin typeface="Maiandra GD"/>
              </a:rPr>
              <a:t> </a:t>
            </a:r>
            <a:r>
              <a:rPr lang="en-IN" sz="2200" b="0" u="none" strike="noStrike">
                <a:solidFill>
                  <a:srgbClr val="000000"/>
                </a:solidFill>
                <a:effectLst/>
                <a:uFillTx/>
                <a:latin typeface="Maiandra GD"/>
              </a:rPr>
              <a:t>Existing</a:t>
            </a:r>
            <a:r>
              <a:rPr lang="en-IN" sz="2200" b="0" u="none" spc="-60" strike="noStrike">
                <a:solidFill>
                  <a:srgbClr val="000000"/>
                </a:solidFill>
                <a:effectLst/>
                <a:uFillTx/>
                <a:latin typeface="Maiandra GD"/>
              </a:rPr>
              <a:t> </a:t>
            </a:r>
            <a:r>
              <a:rPr lang="en-IN" sz="2200" b="0" u="none" strike="noStrike">
                <a:solidFill>
                  <a:srgbClr val="000000"/>
                </a:solidFill>
                <a:effectLst/>
                <a:uFillTx/>
                <a:latin typeface="Maiandra GD"/>
              </a:rPr>
              <a:t>systems</a:t>
            </a:r>
            <a:r>
              <a:rPr lang="en-IN" sz="2200" b="0" u="none" spc="-54" strike="noStrike">
                <a:solidFill>
                  <a:srgbClr val="000000"/>
                </a:solidFill>
                <a:effectLst/>
                <a:uFillTx/>
                <a:latin typeface="Maiandra GD"/>
              </a:rPr>
              <a:t> </a:t>
            </a:r>
            <a:r>
              <a:rPr lang="en-IN" sz="2200" b="0" u="none" strike="noStrike">
                <a:solidFill>
                  <a:srgbClr val="000000"/>
                </a:solidFill>
                <a:effectLst/>
                <a:uFillTx/>
                <a:latin typeface="Maiandra GD"/>
              </a:rPr>
              <a:t>provide</a:t>
            </a:r>
            <a:r>
              <a:rPr lang="en-IN" sz="2200" b="0" u="none" spc="-31" strike="noStrike">
                <a:solidFill>
                  <a:srgbClr val="000000"/>
                </a:solidFill>
                <a:effectLst/>
                <a:uFillTx/>
                <a:latin typeface="Maiandra GD"/>
              </a:rPr>
              <a:t> </a:t>
            </a:r>
            <a:r>
              <a:rPr lang="en-IN" sz="2200" b="0" u="none" strike="noStrike">
                <a:solidFill>
                  <a:srgbClr val="000000"/>
                </a:solidFill>
                <a:effectLst/>
                <a:uFillTx/>
                <a:latin typeface="Maiandra GD"/>
              </a:rPr>
              <a:t>basic</a:t>
            </a:r>
            <a:r>
              <a:rPr lang="en-IN" sz="2200" b="0" u="none" spc="-60" strike="noStrike">
                <a:solidFill>
                  <a:srgbClr val="000000"/>
                </a:solidFill>
                <a:effectLst/>
                <a:uFillTx/>
                <a:latin typeface="Maiandra GD"/>
              </a:rPr>
              <a:t> </a:t>
            </a:r>
            <a:r>
              <a:rPr lang="en-IN" sz="2200" b="0" u="none" spc="-11" strike="noStrike">
                <a:solidFill>
                  <a:srgbClr val="000000"/>
                </a:solidFill>
                <a:effectLst/>
                <a:uFillTx/>
                <a:latin typeface="Maiandra GD"/>
              </a:rPr>
              <a:t>recommendations.</a:t>
            </a:r>
            <a:endParaRPr lang="en-IN" sz="2200" b="0" u="none" strike="noStrike">
              <a:solidFill>
                <a:srgbClr val="000000"/>
              </a:solidFill>
              <a:effectLst/>
              <a:uFillTx/>
              <a:latin typeface="Arial"/>
            </a:endParaRPr>
          </a:p>
          <a:p>
            <a:pPr marL="12600" defTabSz="914400">
              <a:lnSpc>
                <a:spcPct val="100000"/>
              </a:lnSpc>
              <a:spcBef>
                <a:spcPts val="2160"/>
              </a:spcBef>
              <a:tabLst>
                <a:tab pos="189360" algn="l"/>
              </a:tabLst>
            </a:pPr>
            <a:r>
              <a:rPr lang="en-IN" sz="2200" b="1" u="none" spc="-11" strike="noStrike">
                <a:solidFill>
                  <a:srgbClr val="000000"/>
                </a:solidFill>
                <a:effectLst/>
                <a:uFillTx/>
                <a:latin typeface="Maiandra GD"/>
              </a:rPr>
              <a:t>Problems</a:t>
            </a:r>
            <a:endParaRPr lang="en-IN" sz="2200" b="0" u="none" strike="noStrike">
              <a:solidFill>
                <a:srgbClr val="000000"/>
              </a:solidFill>
              <a:effectLst/>
              <a:uFillTx/>
              <a:latin typeface="Arial"/>
            </a:endParaRPr>
          </a:p>
          <a:p>
            <a:pPr marL="433080" indent="-420480" defTabSz="914400">
              <a:lnSpc>
                <a:spcPct val="100000"/>
              </a:lnSpc>
              <a:buClr>
                <a:srgbClr val="000000"/>
              </a:buClr>
              <a:buFont typeface="Microsoft Sans Serif"/>
              <a:buChar char="•"/>
              <a:tabLst>
                <a:tab pos="433080" algn="l"/>
              </a:tabLst>
            </a:pPr>
            <a:r>
              <a:rPr lang="en-IN" sz="2200" b="0" u="none" strike="noStrike">
                <a:solidFill>
                  <a:srgbClr val="000000"/>
                </a:solidFill>
                <a:effectLst/>
                <a:uFillTx/>
                <a:latin typeface="Maiandra GD"/>
              </a:rPr>
              <a:t>High</a:t>
            </a:r>
            <a:r>
              <a:rPr lang="en-IN" sz="2200" b="0" u="none" spc="-60" strike="noStrike">
                <a:solidFill>
                  <a:srgbClr val="000000"/>
                </a:solidFill>
                <a:effectLst/>
                <a:uFillTx/>
                <a:latin typeface="Maiandra GD"/>
              </a:rPr>
              <a:t> </a:t>
            </a:r>
            <a:r>
              <a:rPr lang="en-IN" sz="2200" b="0" u="none" strike="noStrike">
                <a:solidFill>
                  <a:srgbClr val="000000"/>
                </a:solidFill>
                <a:effectLst/>
                <a:uFillTx/>
                <a:latin typeface="Maiandra GD"/>
              </a:rPr>
              <a:t>charging</a:t>
            </a:r>
            <a:r>
              <a:rPr lang="en-IN" sz="2200" b="0" u="none" spc="-65" strike="noStrike">
                <a:solidFill>
                  <a:srgbClr val="000000"/>
                </a:solidFill>
                <a:effectLst/>
                <a:uFillTx/>
                <a:latin typeface="Maiandra GD"/>
              </a:rPr>
              <a:t> </a:t>
            </a:r>
            <a:r>
              <a:rPr lang="en-IN" sz="2200" b="0" u="none" strike="noStrike">
                <a:solidFill>
                  <a:srgbClr val="000000"/>
                </a:solidFill>
                <a:effectLst/>
                <a:uFillTx/>
                <a:latin typeface="Maiandra GD"/>
              </a:rPr>
              <a:t>cost</a:t>
            </a:r>
            <a:r>
              <a:rPr lang="en-IN" sz="2200" b="0" u="none" spc="-60" strike="noStrike">
                <a:solidFill>
                  <a:srgbClr val="000000"/>
                </a:solidFill>
                <a:effectLst/>
                <a:uFillTx/>
                <a:latin typeface="Maiandra GD"/>
              </a:rPr>
              <a:t> </a:t>
            </a:r>
            <a:r>
              <a:rPr lang="en-IN" sz="2200" b="0" u="none" strike="noStrike">
                <a:solidFill>
                  <a:srgbClr val="000000"/>
                </a:solidFill>
                <a:effectLst/>
                <a:uFillTx/>
                <a:latin typeface="Maiandra GD"/>
              </a:rPr>
              <a:t>during</a:t>
            </a:r>
            <a:r>
              <a:rPr lang="en-IN" sz="2200" b="0" u="none" spc="-71" strike="noStrike">
                <a:solidFill>
                  <a:srgbClr val="000000"/>
                </a:solidFill>
                <a:effectLst/>
                <a:uFillTx/>
                <a:latin typeface="Maiandra GD"/>
              </a:rPr>
              <a:t> </a:t>
            </a:r>
            <a:r>
              <a:rPr lang="en-IN" sz="2200" b="0" u="none" strike="noStrike">
                <a:solidFill>
                  <a:srgbClr val="000000"/>
                </a:solidFill>
                <a:effectLst/>
                <a:uFillTx/>
                <a:latin typeface="Maiandra GD"/>
              </a:rPr>
              <a:t>peak</a:t>
            </a:r>
            <a:r>
              <a:rPr lang="en-IN" sz="2200" b="0" u="none" spc="-54" strike="noStrike">
                <a:solidFill>
                  <a:srgbClr val="000000"/>
                </a:solidFill>
                <a:effectLst/>
                <a:uFillTx/>
                <a:latin typeface="Maiandra GD"/>
              </a:rPr>
              <a:t> </a:t>
            </a:r>
            <a:r>
              <a:rPr lang="en-IN" sz="2200" b="0" u="none" spc="-11" strike="noStrike">
                <a:solidFill>
                  <a:srgbClr val="000000"/>
                </a:solidFill>
                <a:effectLst/>
                <a:uFillTx/>
                <a:latin typeface="Maiandra GD"/>
              </a:rPr>
              <a:t>hours.</a:t>
            </a:r>
            <a:endParaRPr lang="en-IN" sz="2200" b="0" u="none" strike="noStrike">
              <a:solidFill>
                <a:srgbClr val="000000"/>
              </a:solidFill>
              <a:effectLst/>
              <a:uFillTx/>
              <a:latin typeface="Arial"/>
            </a:endParaRPr>
          </a:p>
          <a:p>
            <a:pPr marL="433080" indent="-420480" defTabSz="914400">
              <a:lnSpc>
                <a:spcPct val="100000"/>
              </a:lnSpc>
              <a:buClr>
                <a:srgbClr val="000000"/>
              </a:buClr>
              <a:buFont typeface="Microsoft Sans Serif"/>
              <a:buChar char="•"/>
              <a:tabLst>
                <a:tab pos="433080" algn="l"/>
              </a:tabLst>
            </a:pPr>
            <a:r>
              <a:rPr lang="en-IN" sz="2200" b="0" u="none" strike="noStrike">
                <a:solidFill>
                  <a:srgbClr val="000000"/>
                </a:solidFill>
                <a:effectLst/>
                <a:uFillTx/>
                <a:latin typeface="Maiandra GD"/>
              </a:rPr>
              <a:t>Charging</a:t>
            </a:r>
            <a:r>
              <a:rPr lang="en-IN" sz="2200" b="0" u="none" spc="-74" strike="noStrike">
                <a:solidFill>
                  <a:srgbClr val="000000"/>
                </a:solidFill>
                <a:effectLst/>
                <a:uFillTx/>
                <a:latin typeface="Maiandra GD"/>
              </a:rPr>
              <a:t> </a:t>
            </a:r>
            <a:r>
              <a:rPr lang="en-IN" sz="2200" b="0" u="none" strike="noStrike">
                <a:solidFill>
                  <a:srgbClr val="000000"/>
                </a:solidFill>
                <a:effectLst/>
                <a:uFillTx/>
                <a:latin typeface="Maiandra GD"/>
              </a:rPr>
              <a:t>stations</a:t>
            </a:r>
            <a:r>
              <a:rPr lang="en-IN" sz="2200" b="0" u="none" spc="-85" strike="noStrike">
                <a:solidFill>
                  <a:srgbClr val="000000"/>
                </a:solidFill>
                <a:effectLst/>
                <a:uFillTx/>
                <a:latin typeface="Maiandra GD"/>
              </a:rPr>
              <a:t> </a:t>
            </a:r>
            <a:r>
              <a:rPr lang="en-IN" sz="2200" b="0" u="none" strike="noStrike">
                <a:solidFill>
                  <a:srgbClr val="000000"/>
                </a:solidFill>
                <a:effectLst/>
                <a:uFillTx/>
                <a:latin typeface="Maiandra GD"/>
              </a:rPr>
              <a:t>may</a:t>
            </a:r>
            <a:r>
              <a:rPr lang="en-IN" sz="2200" b="0" u="none" spc="-71" strike="noStrike">
                <a:solidFill>
                  <a:srgbClr val="000000"/>
                </a:solidFill>
                <a:effectLst/>
                <a:uFillTx/>
                <a:latin typeface="Maiandra GD"/>
              </a:rPr>
              <a:t> </a:t>
            </a:r>
            <a:r>
              <a:rPr lang="en-IN" sz="2200" b="0" u="none" strike="noStrike">
                <a:solidFill>
                  <a:srgbClr val="000000"/>
                </a:solidFill>
                <a:effectLst/>
                <a:uFillTx/>
                <a:latin typeface="Maiandra GD"/>
              </a:rPr>
              <a:t>be</a:t>
            </a:r>
            <a:r>
              <a:rPr lang="en-IN" sz="2200" b="0" u="none" spc="-85" strike="noStrike">
                <a:solidFill>
                  <a:srgbClr val="000000"/>
                </a:solidFill>
                <a:effectLst/>
                <a:uFillTx/>
                <a:latin typeface="Maiandra GD"/>
              </a:rPr>
              <a:t> </a:t>
            </a:r>
            <a:r>
              <a:rPr lang="en-IN" sz="2200" b="0" u="none" strike="noStrike">
                <a:solidFill>
                  <a:srgbClr val="000000"/>
                </a:solidFill>
                <a:effectLst/>
                <a:uFillTx/>
                <a:latin typeface="Maiandra GD"/>
              </a:rPr>
              <a:t>unavailable</a:t>
            </a:r>
            <a:r>
              <a:rPr lang="en-IN" sz="2200" b="0" u="none" spc="-65" strike="noStrike">
                <a:solidFill>
                  <a:srgbClr val="000000"/>
                </a:solidFill>
                <a:effectLst/>
                <a:uFillTx/>
                <a:latin typeface="Maiandra GD"/>
              </a:rPr>
              <a:t> </a:t>
            </a:r>
            <a:r>
              <a:rPr lang="en-IN" sz="2200" b="0" u="none" strike="noStrike">
                <a:solidFill>
                  <a:srgbClr val="000000"/>
                </a:solidFill>
                <a:effectLst/>
                <a:uFillTx/>
                <a:latin typeface="Maiandra GD"/>
              </a:rPr>
              <a:t>when</a:t>
            </a:r>
            <a:r>
              <a:rPr lang="en-IN" sz="2200" b="0" u="none" spc="-85" strike="noStrike">
                <a:solidFill>
                  <a:srgbClr val="000000"/>
                </a:solidFill>
                <a:effectLst/>
                <a:uFillTx/>
                <a:latin typeface="Maiandra GD"/>
              </a:rPr>
              <a:t> </a:t>
            </a:r>
            <a:r>
              <a:rPr lang="en-IN" sz="2200" b="0" u="none" strike="noStrike">
                <a:solidFill>
                  <a:srgbClr val="000000"/>
                </a:solidFill>
                <a:effectLst/>
                <a:uFillTx/>
                <a:latin typeface="Maiandra GD"/>
              </a:rPr>
              <a:t>users</a:t>
            </a:r>
            <a:r>
              <a:rPr lang="en-IN" sz="2200" b="0" u="none" spc="-79" strike="noStrike">
                <a:solidFill>
                  <a:srgbClr val="000000"/>
                </a:solidFill>
                <a:effectLst/>
                <a:uFillTx/>
                <a:latin typeface="Maiandra GD"/>
              </a:rPr>
              <a:t> </a:t>
            </a:r>
            <a:r>
              <a:rPr lang="en-IN" sz="2200" b="0" u="none" spc="-11" strike="noStrike">
                <a:solidFill>
                  <a:srgbClr val="000000"/>
                </a:solidFill>
                <a:effectLst/>
                <a:uFillTx/>
                <a:latin typeface="Maiandra GD"/>
              </a:rPr>
              <a:t>arrive.</a:t>
            </a:r>
            <a:endParaRPr lang="en-IN" sz="2200" b="0" u="none" strike="noStrike">
              <a:solidFill>
                <a:srgbClr val="000000"/>
              </a:solidFill>
              <a:effectLst/>
              <a:uFillTx/>
              <a:latin typeface="Arial"/>
            </a:endParaRPr>
          </a:p>
          <a:p>
            <a:pPr marL="433080" indent="-420480" defTabSz="914400">
              <a:lnSpc>
                <a:spcPct val="100000"/>
              </a:lnSpc>
              <a:spcBef>
                <a:spcPts val="6"/>
              </a:spcBef>
              <a:buClr>
                <a:srgbClr val="000000"/>
              </a:buClr>
              <a:buFont typeface="Microsoft Sans Serif"/>
              <a:buChar char="•"/>
              <a:tabLst>
                <a:tab pos="433080" algn="l"/>
              </a:tabLst>
            </a:pPr>
            <a:r>
              <a:rPr lang="en-IN" sz="2200" b="0" u="none" strike="noStrike">
                <a:solidFill>
                  <a:srgbClr val="000000"/>
                </a:solidFill>
                <a:effectLst/>
                <a:uFillTx/>
                <a:latin typeface="Maiandra GD"/>
              </a:rPr>
              <a:t>No</a:t>
            </a:r>
            <a:r>
              <a:rPr lang="en-IN" sz="2200" b="0" u="none" spc="-91" strike="noStrike">
                <a:solidFill>
                  <a:srgbClr val="000000"/>
                </a:solidFill>
                <a:effectLst/>
                <a:uFillTx/>
                <a:latin typeface="Maiandra GD"/>
              </a:rPr>
              <a:t> </a:t>
            </a:r>
            <a:r>
              <a:rPr lang="en-IN" sz="2200" b="0" u="none" strike="noStrike">
                <a:solidFill>
                  <a:srgbClr val="000000"/>
                </a:solidFill>
                <a:effectLst/>
                <a:uFillTx/>
                <a:latin typeface="Maiandra GD"/>
              </a:rPr>
              <a:t>personalized</a:t>
            </a:r>
            <a:r>
              <a:rPr lang="en-IN" sz="2200" b="0" u="none" spc="-85" strike="noStrike">
                <a:solidFill>
                  <a:srgbClr val="000000"/>
                </a:solidFill>
                <a:effectLst/>
                <a:uFillTx/>
                <a:latin typeface="Maiandra GD"/>
              </a:rPr>
              <a:t> </a:t>
            </a:r>
            <a:r>
              <a:rPr lang="en-IN" sz="2200" b="0" u="none" strike="noStrike">
                <a:solidFill>
                  <a:srgbClr val="000000"/>
                </a:solidFill>
                <a:effectLst/>
                <a:uFillTx/>
                <a:latin typeface="Maiandra GD"/>
              </a:rPr>
              <a:t>charging</a:t>
            </a:r>
            <a:r>
              <a:rPr lang="en-IN" sz="2200" b="0" u="none" spc="-79" strike="noStrike">
                <a:solidFill>
                  <a:srgbClr val="000000"/>
                </a:solidFill>
                <a:effectLst/>
                <a:uFillTx/>
                <a:latin typeface="Maiandra GD"/>
              </a:rPr>
              <a:t> </a:t>
            </a:r>
            <a:r>
              <a:rPr lang="en-IN" sz="2200" b="0" u="none" spc="-11" strike="noStrike">
                <a:solidFill>
                  <a:srgbClr val="000000"/>
                </a:solidFill>
                <a:effectLst/>
                <a:uFillTx/>
                <a:latin typeface="Maiandra GD"/>
              </a:rPr>
              <a:t>plans.</a:t>
            </a:r>
            <a:endParaRPr lang="en-IN" sz="2200" b="0" u="none" strike="noStrike">
              <a:solidFill>
                <a:srgbClr val="000000"/>
              </a:solidFill>
              <a:effectLst/>
              <a:uFillTx/>
              <a:latin typeface="Arial"/>
            </a:endParaRPr>
          </a:p>
          <a:p>
            <a:pPr marL="433080" indent="-420480" defTabSz="914400">
              <a:lnSpc>
                <a:spcPct val="100000"/>
              </a:lnSpc>
              <a:buClr>
                <a:srgbClr val="000000"/>
              </a:buClr>
              <a:buFont typeface="Microsoft Sans Serif"/>
              <a:buChar char="•"/>
              <a:tabLst>
                <a:tab pos="433080" algn="l"/>
              </a:tabLst>
            </a:pPr>
            <a:r>
              <a:rPr lang="en-IN" sz="2200" b="0" u="none" strike="noStrike">
                <a:solidFill>
                  <a:srgbClr val="000000"/>
                </a:solidFill>
                <a:effectLst/>
                <a:uFillTx/>
                <a:latin typeface="Maiandra GD"/>
              </a:rPr>
              <a:t>Limited</a:t>
            </a:r>
            <a:r>
              <a:rPr lang="en-IN" sz="2200" b="0" u="none" spc="-60" strike="noStrike">
                <a:solidFill>
                  <a:srgbClr val="000000"/>
                </a:solidFill>
                <a:effectLst/>
                <a:uFillTx/>
                <a:latin typeface="Maiandra GD"/>
              </a:rPr>
              <a:t> </a:t>
            </a:r>
            <a:r>
              <a:rPr lang="en-IN" sz="2200" b="0" u="none" spc="-11" strike="noStrike">
                <a:solidFill>
                  <a:srgbClr val="000000"/>
                </a:solidFill>
                <a:effectLst/>
                <a:uFillTx/>
                <a:latin typeface="Maiandra GD"/>
              </a:rPr>
              <a:t>real-</a:t>
            </a:r>
            <a:r>
              <a:rPr lang="en-IN" sz="2200" b="0" u="none" strike="noStrike">
                <a:solidFill>
                  <a:srgbClr val="000000"/>
                </a:solidFill>
                <a:effectLst/>
                <a:uFillTx/>
                <a:latin typeface="Maiandra GD"/>
              </a:rPr>
              <a:t>time</a:t>
            </a:r>
            <a:r>
              <a:rPr lang="en-IN" sz="2200" b="0" u="none" spc="-51" strike="noStrike">
                <a:solidFill>
                  <a:srgbClr val="000000"/>
                </a:solidFill>
                <a:effectLst/>
                <a:uFillTx/>
                <a:latin typeface="Maiandra GD"/>
              </a:rPr>
              <a:t> </a:t>
            </a:r>
            <a:r>
              <a:rPr lang="en-IN" sz="2200" b="0" u="none" spc="-11" strike="noStrike">
                <a:solidFill>
                  <a:srgbClr val="000000"/>
                </a:solidFill>
                <a:effectLst/>
                <a:uFillTx/>
                <a:latin typeface="Maiandra GD"/>
              </a:rPr>
              <a:t>decision-making.</a:t>
            </a:r>
            <a:endParaRPr lang="en-IN" sz="2200" b="0" u="none" strike="noStrike">
              <a:solidFill>
                <a:srgbClr val="000000"/>
              </a:solidFill>
              <a:effectLst/>
              <a:uFillTx/>
              <a:latin typeface="Arial"/>
            </a:endParaRPr>
          </a:p>
        </p:txBody>
      </p:sp>
      <p:grpSp>
        <p:nvGrpSpPr>
          <p:cNvPr id="70" name="object 19"/>
          <p:cNvGrpSpPr/>
          <p:nvPr/>
        </p:nvGrpSpPr>
        <p:grpSpPr>
          <a:xfrm>
            <a:off x="0" y="6120"/>
            <a:ext cx="12191400" cy="867240"/>
            <a:chOff x="0" y="6120"/>
            <a:chExt cx="12191400" cy="867240"/>
          </a:xfrm>
        </p:grpSpPr>
        <p:pic>
          <p:nvPicPr>
            <p:cNvPr id="71" name="object 20"/>
            <p:cNvPicPr/>
            <p:nvPr/>
          </p:nvPicPr>
          <p:blipFill>
            <a:blip r:embed="rId1"/>
            <a:stretch/>
          </p:blipFill>
          <p:spPr>
            <a:xfrm>
              <a:off x="13680" y="6120"/>
              <a:ext cx="12177720" cy="800280"/>
            </a:xfrm>
            <a:prstGeom prst="rect">
              <a:avLst/>
            </a:prstGeom>
            <a:noFill/>
            <a:ln w="0">
              <a:noFill/>
            </a:ln>
          </p:spPr>
        </p:pic>
        <p:pic>
          <p:nvPicPr>
            <p:cNvPr id="72" name="object 21"/>
            <p:cNvPicPr/>
            <p:nvPr/>
          </p:nvPicPr>
          <p:blipFill>
            <a:blip r:embed="rId2"/>
            <a:stretch/>
          </p:blipFill>
          <p:spPr>
            <a:xfrm>
              <a:off x="0" y="12960"/>
              <a:ext cx="953280" cy="860400"/>
            </a:xfrm>
            <a:prstGeom prst="rect">
              <a:avLst/>
            </a:prstGeom>
            <a:noFill/>
            <a:ln w="0">
              <a:noFill/>
            </a:ln>
          </p:spPr>
        </p:pic>
      </p:grpSp>
      <p:sp>
        <p:nvSpPr>
          <p:cNvPr id="73" name="Rectangle 15"/>
          <p:cNvSpPr/>
          <p:nvPr/>
        </p:nvSpPr>
        <p:spPr>
          <a:xfrm>
            <a:off x="119880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74" name="Picture 6" descr="ppt-2.jpg"/>
          <p:cNvPicPr/>
          <p:nvPr/>
        </p:nvPicPr>
        <p:blipFill>
          <a:blip r:embed="rId3"/>
          <a:stretch/>
        </p:blipFill>
        <p:spPr>
          <a:xfrm>
            <a:off x="757800" y="6324120"/>
            <a:ext cx="11428920" cy="520920"/>
          </a:xfrm>
          <a:prstGeom prst="rect">
            <a:avLst/>
          </a:prstGeom>
          <a:noFill/>
          <a:ln w="9525">
            <a:noFill/>
          </a:ln>
        </p:spPr>
      </p:pic>
      <p:sp>
        <p:nvSpPr>
          <p:cNvPr id="75" name="Rectangle 5"/>
          <p:cNvSpPr/>
          <p:nvPr/>
        </p:nvSpPr>
        <p:spPr>
          <a:xfrm>
            <a:off x="16740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1980000" y="1253520"/>
            <a:ext cx="7164720" cy="793080"/>
          </a:xfrm>
          <a:prstGeom prst="rect">
            <a:avLst/>
          </a:prstGeom>
          <a:noFill/>
          <a:ln w="0">
            <a:noFill/>
          </a:ln>
        </p:spPr>
        <p:txBody>
          <a:bodyPr lIns="0" tIns="122040" rIns="0" bIns="0" anchor="t">
            <a:spAutoFit/>
          </a:bodyPr>
          <a:p>
            <a:pPr marL="1263600" indent="0" algn="l" defTabSz="914400">
              <a:lnSpc>
                <a:spcPct val="100000"/>
              </a:lnSpc>
              <a:spcBef>
                <a:spcPts val="96"/>
              </a:spcBef>
              <a:buNone/>
              <a:tabLst>
                <a:tab pos="0" algn="l"/>
              </a:tabLst>
            </a:pPr>
            <a:r>
              <a:rPr lang="en-IN" sz="4400" b="1" u="sng" spc="-26" strike="noStrike">
                <a:solidFill>
                  <a:schemeClr val="dk1"/>
                </a:solidFill>
                <a:effectLst/>
                <a:uFillTx/>
                <a:latin typeface="Maiandra GD"/>
              </a:rPr>
              <a:t>Scope</a:t>
            </a:r>
            <a:r>
              <a:rPr lang="en-IN" sz="4400" b="1" u="sng" spc="-230" strike="noStrike">
                <a:solidFill>
                  <a:schemeClr val="dk1"/>
                </a:solidFill>
                <a:effectLst/>
                <a:uFillTx/>
                <a:latin typeface="Maiandra GD"/>
              </a:rPr>
              <a:t> </a:t>
            </a:r>
            <a:r>
              <a:rPr lang="en-IN" sz="4400" b="1" u="sng" strike="noStrike">
                <a:solidFill>
                  <a:schemeClr val="dk1"/>
                </a:solidFill>
                <a:effectLst/>
                <a:uFillTx/>
                <a:latin typeface="Maiandra GD"/>
              </a:rPr>
              <a:t>of</a:t>
            </a:r>
            <a:r>
              <a:rPr lang="en-IN" sz="4400" b="1" u="sng" spc="-91" strike="noStrike">
                <a:solidFill>
                  <a:schemeClr val="dk1"/>
                </a:solidFill>
                <a:effectLst/>
                <a:uFillTx/>
                <a:latin typeface="Maiandra GD"/>
              </a:rPr>
              <a:t> </a:t>
            </a:r>
            <a:r>
              <a:rPr lang="en-IN" sz="4400" b="1" u="sng" strike="noStrike">
                <a:solidFill>
                  <a:schemeClr val="dk1"/>
                </a:solidFill>
                <a:effectLst/>
                <a:uFillTx/>
                <a:latin typeface="Maiandra GD"/>
              </a:rPr>
              <a:t>the</a:t>
            </a:r>
            <a:r>
              <a:rPr lang="en-IN" sz="4400" b="1" u="sng" spc="-156" strike="noStrike">
                <a:solidFill>
                  <a:schemeClr val="dk1"/>
                </a:solidFill>
                <a:effectLst/>
                <a:uFillTx/>
                <a:latin typeface="Maiandra GD"/>
              </a:rPr>
              <a:t> </a:t>
            </a:r>
            <a:r>
              <a:rPr lang="en-IN" sz="4400" b="1" u="sng" spc="-11" strike="noStrike">
                <a:solidFill>
                  <a:schemeClr val="dk1"/>
                </a:solidFill>
                <a:effectLst/>
                <a:uFillTx/>
                <a:latin typeface="Maiandra GD"/>
              </a:rPr>
              <a:t>Project</a:t>
            </a:r>
            <a:endParaRPr lang="en-IN" sz="4400" b="0" u="none" strike="noStrike">
              <a:solidFill>
                <a:srgbClr val="000000"/>
              </a:solidFill>
              <a:effectLst/>
              <a:uFillTx/>
              <a:latin typeface="Calibri"/>
            </a:endParaRPr>
          </a:p>
        </p:txBody>
      </p:sp>
      <p:sp>
        <p:nvSpPr>
          <p:cNvPr id="77" name="object 3"/>
          <p:cNvSpPr/>
          <p:nvPr/>
        </p:nvSpPr>
        <p:spPr>
          <a:xfrm>
            <a:off x="720000" y="2046240"/>
            <a:ext cx="11476800" cy="2993400"/>
          </a:xfrm>
          <a:prstGeom prst="rect">
            <a:avLst/>
          </a:prstGeom>
          <a:noFill/>
          <a:ln w="0">
            <a:noFill/>
          </a:ln>
        </p:spPr>
        <p:style>
          <a:lnRef idx="0"/>
          <a:fillRef idx="0"/>
          <a:effectRef idx="0"/>
          <a:fontRef idx="minor"/>
        </p:style>
        <p:txBody>
          <a:bodyPr lIns="0" tIns="12600" rIns="0" bIns="0" anchor="t">
            <a:spAutoFit/>
          </a:bodyPr>
          <a:p>
            <a:pPr marL="12240" indent="-6840" defTabSz="914400">
              <a:lnSpc>
                <a:spcPct val="150000"/>
              </a:lnSpc>
              <a:spcBef>
                <a:spcPts val="99"/>
              </a:spcBef>
              <a:buClr>
                <a:srgbClr val="000000"/>
              </a:buClr>
              <a:buSzPct val="95000"/>
              <a:buFont typeface="Microsoft Sans Serif"/>
              <a:buChar char="•"/>
              <a:tabLst>
                <a:tab pos="111240" algn="l"/>
              </a:tabLst>
            </a:pPr>
            <a:r>
              <a:rPr lang="en-IN" sz="2200" b="1" u="none" strike="noStrike">
                <a:solidFill>
                  <a:srgbClr val="000000"/>
                </a:solidFill>
                <a:effectLst/>
                <a:uFillTx/>
                <a:latin typeface="Maiandra GD"/>
              </a:rPr>
              <a:t>	</a:t>
            </a:r>
            <a:r>
              <a:rPr lang="en-IN" sz="2200" b="1" u="none" strike="noStrike">
                <a:solidFill>
                  <a:srgbClr val="000000"/>
                </a:solidFill>
                <a:effectLst/>
                <a:uFillTx/>
                <a:latin typeface="Maiandra GD"/>
              </a:rPr>
              <a:t>Smart</a:t>
            </a:r>
            <a:r>
              <a:rPr lang="en-IN" sz="2200" b="1" u="none" spc="-74" strike="noStrike">
                <a:solidFill>
                  <a:srgbClr val="000000"/>
                </a:solidFill>
                <a:effectLst/>
                <a:uFillTx/>
                <a:latin typeface="Maiandra GD"/>
              </a:rPr>
              <a:t> </a:t>
            </a:r>
            <a:r>
              <a:rPr lang="en-IN" sz="2200" b="1" u="none" strike="noStrike">
                <a:solidFill>
                  <a:srgbClr val="000000"/>
                </a:solidFill>
                <a:effectLst/>
                <a:uFillTx/>
                <a:latin typeface="Maiandra GD"/>
              </a:rPr>
              <a:t>Charging</a:t>
            </a:r>
            <a:r>
              <a:rPr lang="en-IN" sz="2200" b="1" u="none" spc="-31" strike="noStrike">
                <a:solidFill>
                  <a:srgbClr val="000000"/>
                </a:solidFill>
                <a:effectLst/>
                <a:uFillTx/>
                <a:latin typeface="Maiandra GD"/>
              </a:rPr>
              <a:t> </a:t>
            </a:r>
            <a:r>
              <a:rPr lang="en-IN" sz="2200" b="0" u="none" spc="564" strike="noStrike">
                <a:solidFill>
                  <a:srgbClr val="000000"/>
                </a:solidFill>
                <a:effectLst/>
                <a:uFillTx/>
                <a:latin typeface="Maiandra GD"/>
                <a:ea typeface="Microsoft Sans Serif"/>
              </a:rPr>
              <a:t>–</a:t>
            </a:r>
            <a:r>
              <a:rPr lang="en-IN" sz="2200" b="0" u="none" spc="-26"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Optimize</a:t>
            </a:r>
            <a:r>
              <a:rPr lang="en-IN" sz="2200" b="0" u="none" spc="-51"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charging</a:t>
            </a:r>
            <a:r>
              <a:rPr lang="en-IN" sz="2200" b="0" u="none" spc="-60"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time</a:t>
            </a:r>
            <a:r>
              <a:rPr lang="en-IN" sz="2200" b="0" u="none" spc="-54"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based</a:t>
            </a:r>
            <a:r>
              <a:rPr lang="en-IN" sz="2200" b="0" u="none" spc="-54"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on</a:t>
            </a:r>
            <a:r>
              <a:rPr lang="en-IN" sz="2200" b="0" u="none" spc="-45"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battery</a:t>
            </a:r>
            <a:r>
              <a:rPr lang="en-IN" sz="2200" b="0" u="none" spc="-51"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level</a:t>
            </a:r>
            <a:r>
              <a:rPr lang="en-IN" sz="2200" b="0" u="none" spc="-60"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and</a:t>
            </a:r>
            <a:r>
              <a:rPr lang="en-IN" sz="2200" b="0" u="none" spc="-51" strike="noStrike">
                <a:solidFill>
                  <a:srgbClr val="000000"/>
                </a:solidFill>
                <a:effectLst/>
                <a:uFillTx/>
                <a:latin typeface="Maiandra GD"/>
                <a:ea typeface="Microsoft Sans Serif"/>
              </a:rPr>
              <a:t> </a:t>
            </a:r>
            <a:r>
              <a:rPr lang="en-IN" sz="2200" b="0" u="none" spc="-20" strike="noStrike">
                <a:solidFill>
                  <a:srgbClr val="000000"/>
                </a:solidFill>
                <a:effectLst/>
                <a:uFillTx/>
                <a:latin typeface="Maiandra GD"/>
                <a:ea typeface="Microsoft Sans Serif"/>
              </a:rPr>
              <a:t>user </a:t>
            </a:r>
            <a:r>
              <a:rPr lang="en-IN" sz="2200" b="0" u="none" spc="-11" strike="noStrike">
                <a:solidFill>
                  <a:srgbClr val="000000"/>
                </a:solidFill>
                <a:effectLst/>
                <a:uFillTx/>
                <a:latin typeface="Maiandra GD"/>
                <a:ea typeface="Microsoft Sans Serif"/>
              </a:rPr>
              <a:t>needs.</a:t>
            </a:r>
            <a:endParaRPr lang="en-IN" sz="2200" b="0" u="none" strike="noStrike">
              <a:solidFill>
                <a:srgbClr val="000000"/>
              </a:solidFill>
              <a:effectLst/>
              <a:uFillTx/>
              <a:latin typeface="Arial"/>
            </a:endParaRPr>
          </a:p>
          <a:p>
            <a:pPr marL="12240" indent="-6840" defTabSz="914400">
              <a:lnSpc>
                <a:spcPct val="150000"/>
              </a:lnSpc>
              <a:buClr>
                <a:srgbClr val="000000"/>
              </a:buClr>
              <a:buSzPct val="95000"/>
              <a:buFont typeface="Microsoft Sans Serif"/>
              <a:buChar char="•"/>
              <a:tabLst>
                <a:tab pos="111240" algn="l"/>
              </a:tabLst>
            </a:pPr>
            <a:r>
              <a:rPr lang="en-IN" sz="2200" b="1" u="none" strike="noStrike">
                <a:solidFill>
                  <a:srgbClr val="000000"/>
                </a:solidFill>
                <a:effectLst/>
                <a:uFillTx/>
                <a:latin typeface="Maiandra GD"/>
                <a:ea typeface="Microsoft Sans Serif"/>
              </a:rPr>
              <a:t>	</a:t>
            </a:r>
            <a:r>
              <a:rPr lang="en-IN" sz="2200" b="1" u="none" strike="noStrike">
                <a:solidFill>
                  <a:srgbClr val="000000"/>
                </a:solidFill>
                <a:effectLst/>
                <a:uFillTx/>
                <a:latin typeface="Maiandra GD"/>
                <a:ea typeface="Microsoft Sans Serif"/>
              </a:rPr>
              <a:t>Station</a:t>
            </a:r>
            <a:r>
              <a:rPr lang="en-IN" sz="2200" b="1" u="none" spc="-51" strike="noStrike">
                <a:solidFill>
                  <a:srgbClr val="000000"/>
                </a:solidFill>
                <a:effectLst/>
                <a:uFillTx/>
                <a:latin typeface="Maiandra GD"/>
                <a:ea typeface="Microsoft Sans Serif"/>
              </a:rPr>
              <a:t> </a:t>
            </a:r>
            <a:r>
              <a:rPr lang="en-IN" sz="2200" b="1" u="none" strike="noStrike">
                <a:solidFill>
                  <a:srgbClr val="000000"/>
                </a:solidFill>
                <a:effectLst/>
                <a:uFillTx/>
                <a:latin typeface="Maiandra GD"/>
                <a:ea typeface="Microsoft Sans Serif"/>
              </a:rPr>
              <a:t>Selection</a:t>
            </a:r>
            <a:r>
              <a:rPr lang="en-IN" sz="2200" b="1" u="none" spc="-34" strike="noStrike">
                <a:solidFill>
                  <a:srgbClr val="000000"/>
                </a:solidFill>
                <a:effectLst/>
                <a:uFillTx/>
                <a:latin typeface="Maiandra GD"/>
                <a:ea typeface="Microsoft Sans Serif"/>
              </a:rPr>
              <a:t> </a:t>
            </a:r>
            <a:r>
              <a:rPr lang="en-IN" sz="2200" b="0" u="none" spc="564" strike="noStrike">
                <a:solidFill>
                  <a:srgbClr val="000000"/>
                </a:solidFill>
                <a:effectLst/>
                <a:uFillTx/>
                <a:latin typeface="Maiandra GD"/>
                <a:ea typeface="Microsoft Sans Serif"/>
              </a:rPr>
              <a:t>–</a:t>
            </a:r>
            <a:r>
              <a:rPr lang="en-IN" sz="2200" b="0" u="none" spc="-40"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Identify</a:t>
            </a:r>
            <a:r>
              <a:rPr lang="en-IN" sz="2200" b="0" u="none" spc="-65"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suitable</a:t>
            </a:r>
            <a:r>
              <a:rPr lang="en-IN" sz="2200" b="0" u="none" spc="-79"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charging</a:t>
            </a:r>
            <a:r>
              <a:rPr lang="en-IN" sz="2200" b="0" u="none" spc="-74"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stations</a:t>
            </a:r>
            <a:r>
              <a:rPr lang="en-IN" sz="2200" b="0" u="none" spc="-71"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based</a:t>
            </a:r>
            <a:r>
              <a:rPr lang="en-IN" sz="2200" b="0" u="none" spc="-71"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on</a:t>
            </a:r>
            <a:r>
              <a:rPr lang="en-IN" sz="2200" b="0" u="none" spc="-54" strike="noStrike">
                <a:solidFill>
                  <a:srgbClr val="000000"/>
                </a:solidFill>
                <a:effectLst/>
                <a:uFillTx/>
                <a:latin typeface="Maiandra GD"/>
                <a:ea typeface="Microsoft Sans Serif"/>
              </a:rPr>
              <a:t> </a:t>
            </a:r>
            <a:r>
              <a:rPr lang="en-IN" sz="2200" b="0" u="none" spc="-11" strike="noStrike">
                <a:solidFill>
                  <a:srgbClr val="000000"/>
                </a:solidFill>
                <a:effectLst/>
                <a:uFillTx/>
                <a:latin typeface="Maiandra GD"/>
                <a:ea typeface="Microsoft Sans Serif"/>
              </a:rPr>
              <a:t>location </a:t>
            </a:r>
            <a:r>
              <a:rPr lang="en-IN" sz="2200" b="0" u="none" strike="noStrike">
                <a:solidFill>
                  <a:srgbClr val="000000"/>
                </a:solidFill>
                <a:effectLst/>
                <a:uFillTx/>
                <a:latin typeface="Maiandra GD"/>
                <a:ea typeface="Microsoft Sans Serif"/>
              </a:rPr>
              <a:t>and</a:t>
            </a:r>
            <a:r>
              <a:rPr lang="en-IN" sz="2200" b="0" u="none" spc="-45" strike="noStrike">
                <a:solidFill>
                  <a:srgbClr val="000000"/>
                </a:solidFill>
                <a:effectLst/>
                <a:uFillTx/>
                <a:latin typeface="Maiandra GD"/>
                <a:ea typeface="Microsoft Sans Serif"/>
              </a:rPr>
              <a:t> </a:t>
            </a:r>
            <a:r>
              <a:rPr lang="en-IN" sz="2200" b="0" u="none" spc="-11" strike="noStrike">
                <a:solidFill>
                  <a:srgbClr val="000000"/>
                </a:solidFill>
                <a:effectLst/>
                <a:uFillTx/>
                <a:latin typeface="Maiandra GD"/>
                <a:ea typeface="Microsoft Sans Serif"/>
              </a:rPr>
              <a:t>availability.</a:t>
            </a:r>
            <a:endParaRPr lang="en-IN" sz="2200" b="0" u="none" strike="noStrike">
              <a:solidFill>
                <a:srgbClr val="000000"/>
              </a:solidFill>
              <a:effectLst/>
              <a:uFillTx/>
              <a:latin typeface="Arial"/>
            </a:endParaRPr>
          </a:p>
          <a:p>
            <a:pPr marL="111240" indent="-106200" defTabSz="914400">
              <a:lnSpc>
                <a:spcPct val="100000"/>
              </a:lnSpc>
              <a:spcBef>
                <a:spcPts val="1321"/>
              </a:spcBef>
              <a:buClr>
                <a:srgbClr val="000000"/>
              </a:buClr>
              <a:buSzPct val="95000"/>
              <a:buFont typeface="Microsoft Sans Serif"/>
              <a:buChar char="•"/>
              <a:tabLst>
                <a:tab pos="111240" algn="l"/>
              </a:tabLst>
            </a:pPr>
            <a:r>
              <a:rPr lang="en-IN" sz="2200" b="1" u="none" strike="noStrike">
                <a:solidFill>
                  <a:srgbClr val="000000"/>
                </a:solidFill>
                <a:effectLst/>
                <a:uFillTx/>
                <a:latin typeface="Maiandra GD"/>
                <a:ea typeface="Microsoft Sans Serif"/>
              </a:rPr>
              <a:t>Cost</a:t>
            </a:r>
            <a:r>
              <a:rPr lang="en-IN" sz="2200" b="1" u="none" spc="-74" strike="noStrike">
                <a:solidFill>
                  <a:srgbClr val="000000"/>
                </a:solidFill>
                <a:effectLst/>
                <a:uFillTx/>
                <a:latin typeface="Maiandra GD"/>
                <a:ea typeface="Microsoft Sans Serif"/>
              </a:rPr>
              <a:t> </a:t>
            </a:r>
            <a:r>
              <a:rPr lang="en-IN" sz="2200" b="1" u="none" strike="noStrike">
                <a:solidFill>
                  <a:srgbClr val="000000"/>
                </a:solidFill>
                <a:effectLst/>
                <a:uFillTx/>
                <a:latin typeface="Maiandra GD"/>
                <a:ea typeface="Microsoft Sans Serif"/>
              </a:rPr>
              <a:t>Optimization</a:t>
            </a:r>
            <a:r>
              <a:rPr lang="en-IN" sz="2200" b="1" u="none" spc="-34" strike="noStrike">
                <a:solidFill>
                  <a:srgbClr val="000000"/>
                </a:solidFill>
                <a:effectLst/>
                <a:uFillTx/>
                <a:latin typeface="Maiandra GD"/>
                <a:ea typeface="Microsoft Sans Serif"/>
              </a:rPr>
              <a:t> </a:t>
            </a:r>
            <a:r>
              <a:rPr lang="en-IN" sz="2200" b="0" u="none" spc="564" strike="noStrike">
                <a:solidFill>
                  <a:srgbClr val="000000"/>
                </a:solidFill>
                <a:effectLst/>
                <a:uFillTx/>
                <a:latin typeface="Maiandra GD"/>
                <a:ea typeface="Microsoft Sans Serif"/>
              </a:rPr>
              <a:t>–</a:t>
            </a:r>
            <a:r>
              <a:rPr lang="en-IN" sz="2200" b="0" u="none" spc="-51"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Recommend</a:t>
            </a:r>
            <a:r>
              <a:rPr lang="en-IN" sz="2200" b="0" u="none" spc="-51" strike="noStrike">
                <a:solidFill>
                  <a:srgbClr val="000000"/>
                </a:solidFill>
                <a:effectLst/>
                <a:uFillTx/>
                <a:latin typeface="Maiandra GD"/>
                <a:ea typeface="Microsoft Sans Serif"/>
              </a:rPr>
              <a:t> </a:t>
            </a:r>
            <a:r>
              <a:rPr lang="en-IN" sz="2200" b="0" u="none" spc="-11" strike="noStrike">
                <a:solidFill>
                  <a:srgbClr val="000000"/>
                </a:solidFill>
                <a:effectLst/>
                <a:uFillTx/>
                <a:latin typeface="Maiandra GD"/>
                <a:ea typeface="Microsoft Sans Serif"/>
              </a:rPr>
              <a:t>cost-</a:t>
            </a:r>
            <a:r>
              <a:rPr lang="en-IN" sz="2200" b="0" u="none" strike="noStrike">
                <a:solidFill>
                  <a:srgbClr val="000000"/>
                </a:solidFill>
                <a:effectLst/>
                <a:uFillTx/>
                <a:latin typeface="Maiandra GD"/>
                <a:ea typeface="Microsoft Sans Serif"/>
              </a:rPr>
              <a:t>effective</a:t>
            </a:r>
            <a:r>
              <a:rPr lang="en-IN" sz="2200" b="0" u="none" spc="-85"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charging</a:t>
            </a:r>
            <a:r>
              <a:rPr lang="en-IN" sz="2200" b="0" u="none" spc="-79" strike="noStrike">
                <a:solidFill>
                  <a:srgbClr val="000000"/>
                </a:solidFill>
                <a:effectLst/>
                <a:uFillTx/>
                <a:latin typeface="Maiandra GD"/>
                <a:ea typeface="Microsoft Sans Serif"/>
              </a:rPr>
              <a:t> </a:t>
            </a:r>
            <a:r>
              <a:rPr lang="en-IN" sz="2200" b="0" u="none" spc="-11" strike="noStrike">
                <a:solidFill>
                  <a:srgbClr val="000000"/>
                </a:solidFill>
                <a:effectLst/>
                <a:uFillTx/>
                <a:latin typeface="Maiandra GD"/>
                <a:ea typeface="Microsoft Sans Serif"/>
              </a:rPr>
              <a:t>options.</a:t>
            </a:r>
            <a:endParaRPr lang="en-IN" sz="2200" b="0" u="none" strike="noStrike">
              <a:solidFill>
                <a:srgbClr val="000000"/>
              </a:solidFill>
              <a:effectLst/>
              <a:uFillTx/>
              <a:latin typeface="Arial"/>
            </a:endParaRPr>
          </a:p>
          <a:p>
            <a:pPr marL="111240" indent="-106200" defTabSz="914400">
              <a:lnSpc>
                <a:spcPct val="100000"/>
              </a:lnSpc>
              <a:spcBef>
                <a:spcPts val="1324"/>
              </a:spcBef>
              <a:buClr>
                <a:srgbClr val="000000"/>
              </a:buClr>
              <a:buSzPct val="95000"/>
              <a:buFont typeface="Microsoft Sans Serif"/>
              <a:buChar char="•"/>
              <a:tabLst>
                <a:tab pos="111240" algn="l"/>
              </a:tabLst>
            </a:pPr>
            <a:r>
              <a:rPr lang="en-IN" sz="2200" b="1" u="none" strike="noStrike">
                <a:solidFill>
                  <a:srgbClr val="000000"/>
                </a:solidFill>
                <a:effectLst/>
                <a:uFillTx/>
                <a:latin typeface="Maiandra GD"/>
                <a:ea typeface="Microsoft Sans Serif"/>
              </a:rPr>
              <a:t>Agentic</a:t>
            </a:r>
            <a:r>
              <a:rPr lang="en-IN" sz="2200" b="1" u="none" spc="-51" strike="noStrike">
                <a:solidFill>
                  <a:srgbClr val="000000"/>
                </a:solidFill>
                <a:effectLst/>
                <a:uFillTx/>
                <a:latin typeface="Maiandra GD"/>
                <a:ea typeface="Microsoft Sans Serif"/>
              </a:rPr>
              <a:t> </a:t>
            </a:r>
            <a:r>
              <a:rPr lang="en-IN" sz="2200" b="1" u="none" strike="noStrike">
                <a:solidFill>
                  <a:srgbClr val="000000"/>
                </a:solidFill>
                <a:effectLst/>
                <a:uFillTx/>
                <a:latin typeface="Maiandra GD"/>
                <a:ea typeface="Microsoft Sans Serif"/>
              </a:rPr>
              <a:t>AI</a:t>
            </a:r>
            <a:r>
              <a:rPr lang="en-IN" sz="2200" b="1" u="none" spc="-65" strike="noStrike">
                <a:solidFill>
                  <a:srgbClr val="000000"/>
                </a:solidFill>
                <a:effectLst/>
                <a:uFillTx/>
                <a:latin typeface="Maiandra GD"/>
                <a:ea typeface="Microsoft Sans Serif"/>
              </a:rPr>
              <a:t> </a:t>
            </a:r>
            <a:r>
              <a:rPr lang="en-IN" sz="2200" b="0" u="none" spc="564" strike="noStrike">
                <a:solidFill>
                  <a:srgbClr val="000000"/>
                </a:solidFill>
                <a:effectLst/>
                <a:uFillTx/>
                <a:latin typeface="Maiandra GD"/>
                <a:ea typeface="Microsoft Sans Serif"/>
              </a:rPr>
              <a:t>–</a:t>
            </a:r>
            <a:r>
              <a:rPr lang="en-IN" sz="2200" b="0" u="none" spc="-31"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Enable</a:t>
            </a:r>
            <a:r>
              <a:rPr lang="en-IN" sz="2200" b="0" u="none" spc="-74"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autonomous</a:t>
            </a:r>
            <a:r>
              <a:rPr lang="en-IN" sz="2200" b="0" u="none" spc="-51"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and</a:t>
            </a:r>
            <a:r>
              <a:rPr lang="en-IN" sz="2200" b="0" u="none" spc="-65"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intelligent</a:t>
            </a:r>
            <a:r>
              <a:rPr lang="en-IN" sz="2200" b="0" u="none" spc="-74"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charging</a:t>
            </a:r>
            <a:r>
              <a:rPr lang="en-IN" sz="2200" b="0" u="none" spc="-74" strike="noStrike">
                <a:solidFill>
                  <a:srgbClr val="000000"/>
                </a:solidFill>
                <a:effectLst/>
                <a:uFillTx/>
                <a:latin typeface="Maiandra GD"/>
                <a:ea typeface="Microsoft Sans Serif"/>
              </a:rPr>
              <a:t> </a:t>
            </a:r>
            <a:r>
              <a:rPr lang="en-IN" sz="2200" b="0" u="none" spc="-11" strike="noStrike">
                <a:solidFill>
                  <a:srgbClr val="000000"/>
                </a:solidFill>
                <a:effectLst/>
                <a:uFillTx/>
                <a:latin typeface="Maiandra GD"/>
                <a:ea typeface="Microsoft Sans Serif"/>
              </a:rPr>
              <a:t>decisions.</a:t>
            </a:r>
            <a:endParaRPr lang="en-IN" sz="2200" b="0" u="none" strike="noStrike">
              <a:solidFill>
                <a:srgbClr val="000000"/>
              </a:solidFill>
              <a:effectLst/>
              <a:uFillTx/>
              <a:latin typeface="Arial"/>
            </a:endParaRPr>
          </a:p>
          <a:p>
            <a:pPr marL="12240" indent="-6840" defTabSz="914400">
              <a:lnSpc>
                <a:spcPct val="150000"/>
              </a:lnSpc>
              <a:buClr>
                <a:srgbClr val="000000"/>
              </a:buClr>
              <a:buSzPct val="95000"/>
              <a:buFont typeface="Microsoft Sans Serif"/>
              <a:buChar char="•"/>
              <a:tabLst>
                <a:tab pos="111240" algn="l"/>
              </a:tabLst>
            </a:pPr>
            <a:r>
              <a:rPr lang="en-IN" sz="2200" b="1" u="none" strike="noStrike">
                <a:solidFill>
                  <a:srgbClr val="000000"/>
                </a:solidFill>
                <a:effectLst/>
                <a:uFillTx/>
                <a:latin typeface="Maiandra GD"/>
                <a:ea typeface="Microsoft Sans Serif"/>
              </a:rPr>
              <a:t>	</a:t>
            </a:r>
            <a:r>
              <a:rPr lang="en-IN" sz="2200" b="1" u="none" strike="noStrike">
                <a:solidFill>
                  <a:srgbClr val="000000"/>
                </a:solidFill>
                <a:effectLst/>
                <a:uFillTx/>
                <a:latin typeface="Maiandra GD"/>
                <a:ea typeface="Microsoft Sans Serif"/>
              </a:rPr>
              <a:t>Personalized</a:t>
            </a:r>
            <a:r>
              <a:rPr lang="en-IN" sz="2200" b="1" u="none" spc="-60" strike="noStrike">
                <a:solidFill>
                  <a:srgbClr val="000000"/>
                </a:solidFill>
                <a:effectLst/>
                <a:uFillTx/>
                <a:latin typeface="Maiandra GD"/>
                <a:ea typeface="Microsoft Sans Serif"/>
              </a:rPr>
              <a:t> </a:t>
            </a:r>
            <a:r>
              <a:rPr lang="en-IN" sz="2200" b="1" u="none" strike="noStrike">
                <a:solidFill>
                  <a:srgbClr val="000000"/>
                </a:solidFill>
                <a:effectLst/>
                <a:uFillTx/>
                <a:latin typeface="Maiandra GD"/>
                <a:ea typeface="Microsoft Sans Serif"/>
              </a:rPr>
              <a:t>Planning</a:t>
            </a:r>
            <a:r>
              <a:rPr lang="en-IN" sz="2200" b="1" u="none" spc="-34" strike="noStrike">
                <a:solidFill>
                  <a:srgbClr val="000000"/>
                </a:solidFill>
                <a:effectLst/>
                <a:uFillTx/>
                <a:latin typeface="Maiandra GD"/>
                <a:ea typeface="Microsoft Sans Serif"/>
              </a:rPr>
              <a:t> </a:t>
            </a:r>
            <a:r>
              <a:rPr lang="en-IN" sz="2200" b="0" u="none" spc="564" strike="noStrike">
                <a:solidFill>
                  <a:srgbClr val="000000"/>
                </a:solidFill>
                <a:effectLst/>
                <a:uFillTx/>
                <a:latin typeface="Maiandra GD"/>
                <a:ea typeface="Microsoft Sans Serif"/>
              </a:rPr>
              <a:t>–</a:t>
            </a:r>
            <a:r>
              <a:rPr lang="en-IN" sz="2200" b="0" u="none" spc="-31"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Adapt</a:t>
            </a:r>
            <a:r>
              <a:rPr lang="en-IN" sz="2200" b="0" u="none" spc="-74"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charging</a:t>
            </a:r>
            <a:r>
              <a:rPr lang="en-IN" sz="2200" b="0" u="none" spc="-71"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plans</a:t>
            </a:r>
            <a:r>
              <a:rPr lang="en-IN" sz="2200" b="0" u="none" spc="-60"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according</a:t>
            </a:r>
            <a:r>
              <a:rPr lang="en-IN" sz="2200" b="0" u="none" spc="-74"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to</a:t>
            </a:r>
            <a:r>
              <a:rPr lang="en-IN" sz="2200" b="0" u="none" spc="-65" strike="noStrike">
                <a:solidFill>
                  <a:srgbClr val="000000"/>
                </a:solidFill>
                <a:effectLst/>
                <a:uFillTx/>
                <a:latin typeface="Maiandra GD"/>
                <a:ea typeface="Microsoft Sans Serif"/>
              </a:rPr>
              <a:t> </a:t>
            </a:r>
            <a:r>
              <a:rPr lang="en-IN" sz="2200" b="0" u="none" spc="-20" strike="noStrike">
                <a:solidFill>
                  <a:srgbClr val="000000"/>
                </a:solidFill>
                <a:effectLst/>
                <a:uFillTx/>
                <a:latin typeface="Maiandra GD"/>
                <a:ea typeface="Microsoft Sans Serif"/>
              </a:rPr>
              <a:t>user </a:t>
            </a:r>
            <a:r>
              <a:rPr lang="en-IN" sz="2200" b="0" u="none" spc="-11" strike="noStrike">
                <a:solidFill>
                  <a:srgbClr val="000000"/>
                </a:solidFill>
                <a:effectLst/>
                <a:uFillTx/>
                <a:latin typeface="Maiandra GD"/>
                <a:ea typeface="Microsoft Sans Serif"/>
              </a:rPr>
              <a:t>preferences.</a:t>
            </a:r>
            <a:endParaRPr lang="en-IN" sz="2200" b="0" u="none" strike="noStrike">
              <a:solidFill>
                <a:srgbClr val="000000"/>
              </a:solidFill>
              <a:effectLst/>
              <a:uFillTx/>
              <a:latin typeface="Arial"/>
            </a:endParaRPr>
          </a:p>
          <a:p>
            <a:pPr marL="12240" indent="-6840" defTabSz="914400">
              <a:lnSpc>
                <a:spcPct val="150000"/>
              </a:lnSpc>
              <a:buClr>
                <a:srgbClr val="000000"/>
              </a:buClr>
              <a:buSzPct val="95000"/>
              <a:buFont typeface="Microsoft Sans Serif"/>
              <a:buChar char="•"/>
              <a:tabLst>
                <a:tab pos="111240" algn="l"/>
              </a:tabLst>
            </a:pPr>
            <a:r>
              <a:rPr lang="en-IN" sz="2200" b="1" u="none" strike="noStrike">
                <a:solidFill>
                  <a:srgbClr val="000000"/>
                </a:solidFill>
                <a:effectLst/>
                <a:uFillTx/>
                <a:latin typeface="Maiandra GD"/>
                <a:ea typeface="Microsoft Sans Serif"/>
              </a:rPr>
              <a:t>	</a:t>
            </a:r>
            <a:r>
              <a:rPr lang="en-IN" sz="2200" b="1" u="none" strike="noStrike">
                <a:solidFill>
                  <a:srgbClr val="000000"/>
                </a:solidFill>
                <a:effectLst/>
                <a:uFillTx/>
                <a:latin typeface="Maiandra GD"/>
                <a:ea typeface="Microsoft Sans Serif"/>
              </a:rPr>
              <a:t>Energy</a:t>
            </a:r>
            <a:r>
              <a:rPr lang="en-IN" sz="2200" b="1" u="none" spc="-60" strike="noStrike">
                <a:solidFill>
                  <a:srgbClr val="000000"/>
                </a:solidFill>
                <a:effectLst/>
                <a:uFillTx/>
                <a:latin typeface="Maiandra GD"/>
                <a:ea typeface="Microsoft Sans Serif"/>
              </a:rPr>
              <a:t> </a:t>
            </a:r>
            <a:r>
              <a:rPr lang="en-IN" sz="2200" b="1" u="none" strike="noStrike">
                <a:solidFill>
                  <a:srgbClr val="000000"/>
                </a:solidFill>
                <a:effectLst/>
                <a:uFillTx/>
                <a:latin typeface="Maiandra GD"/>
                <a:ea typeface="Microsoft Sans Serif"/>
              </a:rPr>
              <a:t>Efficiency</a:t>
            </a:r>
            <a:r>
              <a:rPr lang="en-IN" sz="2200" b="1" u="none" spc="-45" strike="noStrike">
                <a:solidFill>
                  <a:srgbClr val="000000"/>
                </a:solidFill>
                <a:effectLst/>
                <a:uFillTx/>
                <a:latin typeface="Maiandra GD"/>
                <a:ea typeface="Microsoft Sans Serif"/>
              </a:rPr>
              <a:t> </a:t>
            </a:r>
            <a:r>
              <a:rPr lang="en-IN" sz="2200" b="0" u="none" spc="564" strike="noStrike">
                <a:solidFill>
                  <a:srgbClr val="000000"/>
                </a:solidFill>
                <a:effectLst/>
                <a:uFillTx/>
                <a:latin typeface="Maiandra GD"/>
                <a:ea typeface="Microsoft Sans Serif"/>
              </a:rPr>
              <a:t>–</a:t>
            </a:r>
            <a:r>
              <a:rPr lang="en-IN" sz="2200" b="0" u="none" spc="-40"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Promote</a:t>
            </a:r>
            <a:r>
              <a:rPr lang="en-IN" sz="2200" b="0" u="none" spc="-51"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efficient</a:t>
            </a:r>
            <a:r>
              <a:rPr lang="en-IN" sz="2200" b="0" u="none" spc="-79"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energy</a:t>
            </a:r>
            <a:r>
              <a:rPr lang="en-IN" sz="2200" b="0" u="none" spc="-71"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usage</a:t>
            </a:r>
            <a:r>
              <a:rPr lang="en-IN" sz="2200" b="0" u="none" spc="-65"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and</a:t>
            </a:r>
            <a:r>
              <a:rPr lang="en-IN" sz="2200" b="0" u="none" spc="-65" strike="noStrike">
                <a:solidFill>
                  <a:srgbClr val="000000"/>
                </a:solidFill>
                <a:effectLst/>
                <a:uFillTx/>
                <a:latin typeface="Maiandra GD"/>
                <a:ea typeface="Microsoft Sans Serif"/>
              </a:rPr>
              <a:t> </a:t>
            </a:r>
            <a:r>
              <a:rPr lang="en-IN" sz="2200" b="0" u="none" strike="noStrike">
                <a:solidFill>
                  <a:srgbClr val="000000"/>
                </a:solidFill>
                <a:effectLst/>
                <a:uFillTx/>
                <a:latin typeface="Maiandra GD"/>
                <a:ea typeface="Microsoft Sans Serif"/>
              </a:rPr>
              <a:t>reduce</a:t>
            </a:r>
            <a:r>
              <a:rPr lang="en-IN" sz="2200" b="0" u="none" spc="-74" strike="noStrike">
                <a:solidFill>
                  <a:srgbClr val="000000"/>
                </a:solidFill>
                <a:effectLst/>
                <a:uFillTx/>
                <a:latin typeface="Maiandra GD"/>
                <a:ea typeface="Microsoft Sans Serif"/>
              </a:rPr>
              <a:t> </a:t>
            </a:r>
            <a:r>
              <a:rPr lang="en-IN" sz="2200" b="0" u="none" spc="-20" strike="noStrike">
                <a:solidFill>
                  <a:srgbClr val="000000"/>
                </a:solidFill>
                <a:effectLst/>
                <a:uFillTx/>
                <a:latin typeface="Maiandra GD"/>
                <a:ea typeface="Microsoft Sans Serif"/>
              </a:rPr>
              <a:t>peak </a:t>
            </a:r>
            <a:r>
              <a:rPr lang="en-IN" sz="2200" b="0" u="none" spc="-11" strike="noStrike">
                <a:solidFill>
                  <a:srgbClr val="000000"/>
                </a:solidFill>
                <a:effectLst/>
                <a:uFillTx/>
                <a:latin typeface="Maiandra GD"/>
                <a:ea typeface="Microsoft Sans Serif"/>
              </a:rPr>
              <a:t>demand</a:t>
            </a:r>
            <a:r>
              <a:rPr lang="en-IN" sz="1800" b="0" u="none" spc="-11" strike="noStrike">
                <a:solidFill>
                  <a:srgbClr val="000000"/>
                </a:solidFill>
                <a:effectLst/>
                <a:uFillTx/>
                <a:latin typeface="Maiandra GD"/>
                <a:ea typeface="Microsoft Sans Serif"/>
              </a:rPr>
              <a:t>.</a:t>
            </a:r>
            <a:endParaRPr lang="en-IN" sz="1800" b="0" u="none" strike="noStrike">
              <a:solidFill>
                <a:srgbClr val="000000"/>
              </a:solidFill>
              <a:effectLst/>
              <a:uFillTx/>
              <a:latin typeface="Arial"/>
            </a:endParaRPr>
          </a:p>
        </p:txBody>
      </p:sp>
      <p:grpSp>
        <p:nvGrpSpPr>
          <p:cNvPr id="78" name="object 22"/>
          <p:cNvGrpSpPr/>
          <p:nvPr/>
        </p:nvGrpSpPr>
        <p:grpSpPr>
          <a:xfrm>
            <a:off x="360" y="6120"/>
            <a:ext cx="12191040" cy="867240"/>
            <a:chOff x="360" y="6120"/>
            <a:chExt cx="12191040" cy="867240"/>
          </a:xfrm>
        </p:grpSpPr>
        <p:pic>
          <p:nvPicPr>
            <p:cNvPr id="79" name="object 23"/>
            <p:cNvPicPr/>
            <p:nvPr/>
          </p:nvPicPr>
          <p:blipFill>
            <a:blip r:embed="rId1"/>
            <a:stretch/>
          </p:blipFill>
          <p:spPr>
            <a:xfrm>
              <a:off x="14040" y="6120"/>
              <a:ext cx="12177360" cy="800280"/>
            </a:xfrm>
            <a:prstGeom prst="rect">
              <a:avLst/>
            </a:prstGeom>
            <a:noFill/>
            <a:ln w="0">
              <a:noFill/>
            </a:ln>
          </p:spPr>
        </p:pic>
        <p:pic>
          <p:nvPicPr>
            <p:cNvPr id="80" name="object 24"/>
            <p:cNvPicPr/>
            <p:nvPr/>
          </p:nvPicPr>
          <p:blipFill>
            <a:blip r:embed="rId2"/>
            <a:stretch/>
          </p:blipFill>
          <p:spPr>
            <a:xfrm>
              <a:off x="360" y="12960"/>
              <a:ext cx="953280" cy="860400"/>
            </a:xfrm>
            <a:prstGeom prst="rect">
              <a:avLst/>
            </a:prstGeom>
            <a:noFill/>
            <a:ln w="0">
              <a:noFill/>
            </a:ln>
          </p:spPr>
        </p:pic>
      </p:grpSp>
      <p:sp>
        <p:nvSpPr>
          <p:cNvPr id="81" name="Rectangle 6"/>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82" name="Picture 9" descr="ppt-2.jpg"/>
          <p:cNvPicPr/>
          <p:nvPr/>
        </p:nvPicPr>
        <p:blipFill>
          <a:blip r:embed="rId3"/>
          <a:stretch/>
        </p:blipFill>
        <p:spPr>
          <a:xfrm>
            <a:off x="757800" y="6324120"/>
            <a:ext cx="11428920" cy="520920"/>
          </a:xfrm>
          <a:prstGeom prst="rect">
            <a:avLst/>
          </a:prstGeom>
          <a:noFill/>
          <a:ln w="9525">
            <a:noFill/>
          </a:ln>
        </p:spPr>
      </p:pic>
      <p:sp>
        <p:nvSpPr>
          <p:cNvPr id="83" name="Rectangle 7"/>
          <p:cNvSpPr/>
          <p:nvPr/>
        </p:nvSpPr>
        <p:spPr>
          <a:xfrm>
            <a:off x="16740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3780000" y="900000"/>
            <a:ext cx="6830280" cy="1217520"/>
          </a:xfrm>
          <a:prstGeom prst="rect">
            <a:avLst/>
          </a:prstGeom>
          <a:noFill/>
          <a:ln w="0">
            <a:noFill/>
          </a:ln>
        </p:spPr>
        <p:txBody>
          <a:bodyPr lIns="0" tIns="12600" rIns="0" bIns="0" anchor="t">
            <a:spAutoFit/>
          </a:bodyPr>
          <a:p>
            <a:pPr marL="12600" indent="0" algn="l" defTabSz="914400">
              <a:lnSpc>
                <a:spcPct val="100000"/>
              </a:lnSpc>
              <a:spcBef>
                <a:spcPts val="99"/>
              </a:spcBef>
              <a:buNone/>
              <a:tabLst>
                <a:tab pos="0" algn="l"/>
              </a:tabLst>
            </a:pPr>
            <a:r>
              <a:rPr lang="en-IN" sz="3950" b="1" u="sng" strike="noStrike">
                <a:solidFill>
                  <a:schemeClr val="dk1"/>
                </a:solidFill>
                <a:effectLst/>
                <a:uFillTx/>
                <a:latin typeface="Maiandra GD"/>
              </a:rPr>
              <a:t>Proposed</a:t>
            </a:r>
            <a:r>
              <a:rPr lang="en-IN" sz="3950" b="1" u="sng" spc="-190" strike="noStrike">
                <a:solidFill>
                  <a:schemeClr val="dk1"/>
                </a:solidFill>
                <a:effectLst/>
                <a:uFillTx/>
                <a:latin typeface="Maiandra GD"/>
              </a:rPr>
              <a:t> </a:t>
            </a:r>
            <a:r>
              <a:rPr lang="en-IN" sz="3950" b="1" u="sng" spc="79" strike="noStrike">
                <a:solidFill>
                  <a:schemeClr val="dk1"/>
                </a:solidFill>
                <a:effectLst/>
                <a:uFillTx/>
                <a:latin typeface="Maiandra GD"/>
              </a:rPr>
              <a:t>System</a:t>
            </a:r>
            <a:endParaRPr lang="en-IN" sz="3950" b="0" u="none" strike="noStrike">
              <a:solidFill>
                <a:srgbClr val="000000"/>
              </a:solidFill>
              <a:effectLst/>
              <a:uFillTx/>
              <a:latin typeface="Calibri"/>
            </a:endParaRPr>
          </a:p>
        </p:txBody>
      </p:sp>
      <p:sp>
        <p:nvSpPr>
          <p:cNvPr id="85" name=""/>
          <p:cNvSpPr/>
          <p:nvPr/>
        </p:nvSpPr>
        <p:spPr>
          <a:xfrm>
            <a:off x="540000" y="1440000"/>
            <a:ext cx="11091600" cy="4593600"/>
          </a:xfrm>
          <a:prstGeom prst="rect">
            <a:avLst/>
          </a:prstGeom>
          <a:noFill/>
          <a:ln w="0">
            <a:noFill/>
          </a:ln>
        </p:spPr>
        <p:style>
          <a:lnRef idx="0"/>
          <a:fillRef idx="0"/>
          <a:effectRef idx="0"/>
          <a:fontRef idx="minor"/>
        </p:style>
        <p:txBody>
          <a:bodyPr lIns="90000" tIns="45000" rIns="90000" bIns="45000" anchor="t">
            <a:spAutoFit/>
          </a:bodyPr>
          <a:p>
            <a:pPr>
              <a:lnSpc>
                <a:spcPct val="150000"/>
              </a:lnSpc>
              <a:spcBef>
                <a:spcPts val="1191"/>
              </a:spcBef>
              <a:spcAft>
                <a:spcPts val="992"/>
              </a:spcAft>
            </a:pPr>
            <a:r>
              <a:rPr lang="en-IN" sz="2200" b="0" u="none" strike="noStrike">
                <a:solidFill>
                  <a:srgbClr val="000000"/>
                </a:solidFill>
                <a:effectLst/>
                <a:uFillTx/>
                <a:latin typeface="Maiandra GD"/>
              </a:rPr>
              <a:t>The proposed system begins by collecting user and EV details, including battery status and charging requirements. It then performs battery status analysis and collects relevant charging station data to understand available charging options. Based on the user’s requirements, the system performs charging demand prediction and identifies the most suitable charging station and time. An Agentic AI decision-making module evaluates these factors along with cost and energy consumption to determine an optimized charging strategy. Finally, the system provides a personalized charging recommendation and continuously monitors the charging process through smart charging and real-time monitoring. </a:t>
            </a:r>
            <a:endParaRPr lang="en-IN" sz="2200" b="0" u="none" strike="noStrike">
              <a:solidFill>
                <a:srgbClr val="000000"/>
              </a:solidFill>
              <a:effectLst/>
              <a:uFillTx/>
              <a:latin typeface="Arial"/>
            </a:endParaRPr>
          </a:p>
        </p:txBody>
      </p:sp>
      <p:grpSp>
        <p:nvGrpSpPr>
          <p:cNvPr id="86" name="object 25"/>
          <p:cNvGrpSpPr/>
          <p:nvPr/>
        </p:nvGrpSpPr>
        <p:grpSpPr>
          <a:xfrm>
            <a:off x="360" y="6120"/>
            <a:ext cx="12191040" cy="867240"/>
            <a:chOff x="360" y="6120"/>
            <a:chExt cx="12191040" cy="867240"/>
          </a:xfrm>
        </p:grpSpPr>
        <p:pic>
          <p:nvPicPr>
            <p:cNvPr id="87" name="object 26"/>
            <p:cNvPicPr/>
            <p:nvPr/>
          </p:nvPicPr>
          <p:blipFill>
            <a:blip r:embed="rId1"/>
            <a:stretch/>
          </p:blipFill>
          <p:spPr>
            <a:xfrm>
              <a:off x="14040" y="6120"/>
              <a:ext cx="12177360" cy="800280"/>
            </a:xfrm>
            <a:prstGeom prst="rect">
              <a:avLst/>
            </a:prstGeom>
            <a:noFill/>
            <a:ln w="0">
              <a:noFill/>
            </a:ln>
          </p:spPr>
        </p:pic>
        <p:pic>
          <p:nvPicPr>
            <p:cNvPr id="88" name="object 27"/>
            <p:cNvPicPr/>
            <p:nvPr/>
          </p:nvPicPr>
          <p:blipFill>
            <a:blip r:embed="rId2"/>
            <a:stretch/>
          </p:blipFill>
          <p:spPr>
            <a:xfrm>
              <a:off x="360" y="12960"/>
              <a:ext cx="953280" cy="860400"/>
            </a:xfrm>
            <a:prstGeom prst="rect">
              <a:avLst/>
            </a:prstGeom>
            <a:noFill/>
            <a:ln w="0">
              <a:noFill/>
            </a:ln>
          </p:spPr>
        </p:pic>
      </p:grpSp>
      <p:sp>
        <p:nvSpPr>
          <p:cNvPr id="89" name="Rectangle 9"/>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90" name="Picture 10" descr="ppt-2.jpg"/>
          <p:cNvPicPr/>
          <p:nvPr/>
        </p:nvPicPr>
        <p:blipFill>
          <a:blip r:embed="rId3"/>
          <a:stretch/>
        </p:blipFill>
        <p:spPr>
          <a:xfrm>
            <a:off x="757800" y="6324120"/>
            <a:ext cx="11428920" cy="520920"/>
          </a:xfrm>
          <a:prstGeom prst="rect">
            <a:avLst/>
          </a:prstGeom>
          <a:noFill/>
          <a:ln w="9525">
            <a:noFill/>
          </a:ln>
        </p:spPr>
      </p:pic>
      <p:sp>
        <p:nvSpPr>
          <p:cNvPr id="91" name="Rectangle 11"/>
          <p:cNvSpPr/>
          <p:nvPr/>
        </p:nvSpPr>
        <p:spPr>
          <a:xfrm>
            <a:off x="16740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3274920" y="966240"/>
            <a:ext cx="7164720" cy="1193400"/>
          </a:xfrm>
          <a:prstGeom prst="rect">
            <a:avLst/>
          </a:prstGeom>
          <a:noFill/>
          <a:ln w="0">
            <a:noFill/>
          </a:ln>
        </p:spPr>
        <p:txBody>
          <a:bodyPr lIns="0" tIns="0" rIns="0" bIns="0" anchor="t">
            <a:noAutofit/>
          </a:bodyPr>
          <a:p>
            <a:pPr indent="0" algn="l" defTabSz="914400">
              <a:lnSpc>
                <a:spcPct val="90000"/>
              </a:lnSpc>
              <a:buNone/>
              <a:tabLst>
                <a:tab pos="0" algn="l"/>
              </a:tabLst>
            </a:pPr>
            <a:r>
              <a:rPr lang="en-GB" sz="4400" b="1" u="sng" strike="noStrike">
                <a:solidFill>
                  <a:srgbClr val="000000"/>
                </a:solidFill>
                <a:effectLst/>
                <a:uFillTx/>
                <a:latin typeface="Maiandra GD"/>
                <a:ea typeface="Calibri"/>
              </a:rPr>
              <a:t>System Architecture </a:t>
            </a:r>
            <a:endParaRPr lang="en-IN" sz="4400" b="0" u="none" strike="noStrike">
              <a:solidFill>
                <a:srgbClr val="000000"/>
              </a:solidFill>
              <a:effectLst/>
              <a:uFillTx/>
              <a:latin typeface="Calibri"/>
            </a:endParaRPr>
          </a:p>
        </p:txBody>
      </p:sp>
      <p:pic>
        <p:nvPicPr>
          <p:cNvPr id="93" name="Picture 3"/>
          <p:cNvPicPr/>
          <p:nvPr/>
        </p:nvPicPr>
        <p:blipFill>
          <a:blip r:embed="rId1"/>
          <a:srcRect l="-528" t="10156" r="50193" b="86"/>
          <a:stretch/>
        </p:blipFill>
        <p:spPr>
          <a:xfrm>
            <a:off x="2160000" y="1800000"/>
            <a:ext cx="7559640" cy="3959640"/>
          </a:xfrm>
          <a:prstGeom prst="rect">
            <a:avLst/>
          </a:prstGeom>
          <a:noFill/>
          <a:ln w="0">
            <a:noFill/>
          </a:ln>
        </p:spPr>
      </p:pic>
      <p:grpSp>
        <p:nvGrpSpPr>
          <p:cNvPr id="94" name="object 28"/>
          <p:cNvGrpSpPr/>
          <p:nvPr/>
        </p:nvGrpSpPr>
        <p:grpSpPr>
          <a:xfrm>
            <a:off x="360" y="26280"/>
            <a:ext cx="12191040" cy="867240"/>
            <a:chOff x="360" y="26280"/>
            <a:chExt cx="12191040" cy="867240"/>
          </a:xfrm>
        </p:grpSpPr>
        <p:pic>
          <p:nvPicPr>
            <p:cNvPr id="95" name="object 29"/>
            <p:cNvPicPr/>
            <p:nvPr/>
          </p:nvPicPr>
          <p:blipFill>
            <a:blip r:embed="rId2"/>
            <a:stretch/>
          </p:blipFill>
          <p:spPr>
            <a:xfrm>
              <a:off x="14040" y="26280"/>
              <a:ext cx="12177360" cy="800280"/>
            </a:xfrm>
            <a:prstGeom prst="rect">
              <a:avLst/>
            </a:prstGeom>
            <a:noFill/>
            <a:ln w="0">
              <a:noFill/>
            </a:ln>
          </p:spPr>
        </p:pic>
        <p:pic>
          <p:nvPicPr>
            <p:cNvPr id="96" name="object 30"/>
            <p:cNvPicPr/>
            <p:nvPr/>
          </p:nvPicPr>
          <p:blipFill>
            <a:blip r:embed="rId3"/>
            <a:stretch/>
          </p:blipFill>
          <p:spPr>
            <a:xfrm>
              <a:off x="360" y="33120"/>
              <a:ext cx="953280" cy="860400"/>
            </a:xfrm>
            <a:prstGeom prst="rect">
              <a:avLst/>
            </a:prstGeom>
            <a:noFill/>
            <a:ln w="0">
              <a:noFill/>
            </a:ln>
          </p:spPr>
        </p:pic>
      </p:grpSp>
      <p:sp>
        <p:nvSpPr>
          <p:cNvPr id="97" name="Rectangle 12"/>
          <p:cNvSpPr/>
          <p:nvPr/>
        </p:nvSpPr>
        <p:spPr>
          <a:xfrm>
            <a:off x="1199160" y="648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98" name="Picture 11" descr="ppt-2.jpg"/>
          <p:cNvPicPr/>
          <p:nvPr/>
        </p:nvPicPr>
        <p:blipFill>
          <a:blip r:embed="rId4"/>
          <a:stretch/>
        </p:blipFill>
        <p:spPr>
          <a:xfrm>
            <a:off x="757800" y="6324120"/>
            <a:ext cx="11428920" cy="520920"/>
          </a:xfrm>
          <a:prstGeom prst="rect">
            <a:avLst/>
          </a:prstGeom>
          <a:noFill/>
          <a:ln w="9525">
            <a:noFill/>
          </a:ln>
        </p:spPr>
      </p:pic>
      <p:sp>
        <p:nvSpPr>
          <p:cNvPr id="99" name="Rectangle 13"/>
          <p:cNvSpPr/>
          <p:nvPr/>
        </p:nvSpPr>
        <p:spPr>
          <a:xfrm>
            <a:off x="16740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TextBox 2"/>
          <p:cNvSpPr/>
          <p:nvPr/>
        </p:nvSpPr>
        <p:spPr>
          <a:xfrm>
            <a:off x="474120" y="213120"/>
            <a:ext cx="11585520" cy="10073160"/>
          </a:xfrm>
          <a:prstGeom prst="rect">
            <a:avLst/>
          </a:prstGeom>
          <a:noFill/>
          <a:ln w="0">
            <a:noFill/>
          </a:ln>
        </p:spPr>
        <p:style>
          <a:lnRef idx="0"/>
          <a:fillRef idx="0"/>
          <a:effectRef idx="0"/>
          <a:fontRef idx="minor"/>
        </p:style>
        <p:txBody>
          <a:bodyPr lIns="90000" tIns="45000" rIns="90000" bIns="45000" anchor="t">
            <a:spAutoFit/>
          </a:bodyPr>
          <a:p>
            <a:endParaRPr lang="en-IN" sz="1800" b="0" u="none" strike="noStrike">
              <a:solidFill>
                <a:srgbClr val="000000"/>
              </a:solidFill>
              <a:effectLst/>
              <a:uFillTx/>
              <a:latin typeface="Arial"/>
            </a:endParaRPr>
          </a:p>
        </p:txBody>
      </p:sp>
      <p:sp>
        <p:nvSpPr>
          <p:cNvPr id="101" name="TextBox 1"/>
          <p:cNvSpPr/>
          <p:nvPr/>
        </p:nvSpPr>
        <p:spPr>
          <a:xfrm>
            <a:off x="2857320" y="806400"/>
            <a:ext cx="8929800" cy="759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IN" sz="4400" b="1" u="sng" strike="noStrike">
                <a:solidFill>
                  <a:schemeClr val="dk1"/>
                </a:solidFill>
                <a:effectLst/>
                <a:uFillTx/>
                <a:latin typeface="Maiandra GD"/>
              </a:rPr>
              <a:t>Methodology / Workflow</a:t>
            </a:r>
            <a:endParaRPr lang="en-IN" sz="4400" b="0" u="none" strike="noStrike">
              <a:solidFill>
                <a:srgbClr val="000000"/>
              </a:solidFill>
              <a:effectLst/>
              <a:uFillTx/>
              <a:latin typeface="Arial"/>
            </a:endParaRPr>
          </a:p>
        </p:txBody>
      </p:sp>
      <p:grpSp>
        <p:nvGrpSpPr>
          <p:cNvPr id="102" name="object 31"/>
          <p:cNvGrpSpPr/>
          <p:nvPr/>
        </p:nvGrpSpPr>
        <p:grpSpPr>
          <a:xfrm>
            <a:off x="0" y="6120"/>
            <a:ext cx="12191400" cy="867240"/>
            <a:chOff x="0" y="6120"/>
            <a:chExt cx="12191400" cy="867240"/>
          </a:xfrm>
        </p:grpSpPr>
        <p:pic>
          <p:nvPicPr>
            <p:cNvPr id="103" name="object 32"/>
            <p:cNvPicPr/>
            <p:nvPr/>
          </p:nvPicPr>
          <p:blipFill>
            <a:blip r:embed="rId1"/>
            <a:stretch/>
          </p:blipFill>
          <p:spPr>
            <a:xfrm>
              <a:off x="13680" y="6120"/>
              <a:ext cx="12177720" cy="800280"/>
            </a:xfrm>
            <a:prstGeom prst="rect">
              <a:avLst/>
            </a:prstGeom>
            <a:noFill/>
            <a:ln w="0">
              <a:noFill/>
            </a:ln>
          </p:spPr>
        </p:pic>
        <p:pic>
          <p:nvPicPr>
            <p:cNvPr id="104" name="object 33"/>
            <p:cNvPicPr/>
            <p:nvPr/>
          </p:nvPicPr>
          <p:blipFill>
            <a:blip r:embed="rId2"/>
            <a:stretch/>
          </p:blipFill>
          <p:spPr>
            <a:xfrm>
              <a:off x="0" y="12960"/>
              <a:ext cx="953280" cy="860400"/>
            </a:xfrm>
            <a:prstGeom prst="rect">
              <a:avLst/>
            </a:prstGeom>
            <a:noFill/>
            <a:ln w="0">
              <a:noFill/>
            </a:ln>
          </p:spPr>
        </p:pic>
      </p:grpSp>
      <p:sp>
        <p:nvSpPr>
          <p:cNvPr id="105" name="Rectangle 14"/>
          <p:cNvSpPr/>
          <p:nvPr/>
        </p:nvSpPr>
        <p:spPr>
          <a:xfrm>
            <a:off x="119880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106" name="Picture 12" descr="ppt-2.jpg"/>
          <p:cNvPicPr/>
          <p:nvPr/>
        </p:nvPicPr>
        <p:blipFill>
          <a:blip r:embed="rId3"/>
          <a:stretch/>
        </p:blipFill>
        <p:spPr>
          <a:xfrm>
            <a:off x="762120" y="6324120"/>
            <a:ext cx="11428920" cy="520920"/>
          </a:xfrm>
          <a:prstGeom prst="rect">
            <a:avLst/>
          </a:prstGeom>
          <a:noFill/>
          <a:ln w="9525">
            <a:noFill/>
          </a:ln>
        </p:spPr>
      </p:pic>
      <p:sp>
        <p:nvSpPr>
          <p:cNvPr id="107" name="Rectangle 16"/>
          <p:cNvSpPr/>
          <p:nvPr/>
        </p:nvSpPr>
        <p:spPr>
          <a:xfrm>
            <a:off x="17172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
        <p:nvSpPr>
          <p:cNvPr id="108" name=""/>
          <p:cNvSpPr/>
          <p:nvPr/>
        </p:nvSpPr>
        <p:spPr>
          <a:xfrm>
            <a:off x="474120" y="1260000"/>
            <a:ext cx="11225520" cy="5617800"/>
          </a:xfrm>
          <a:prstGeom prst="rect">
            <a:avLst/>
          </a:prstGeom>
          <a:noFill/>
          <a:ln w="0">
            <a:noFill/>
          </a:ln>
        </p:spPr>
        <p:style>
          <a:lnRef idx="0"/>
          <a:fillRef idx="0"/>
          <a:effectRef idx="0"/>
          <a:fontRef idx="minor"/>
        </p:style>
        <p:txBody>
          <a:bodyPr lIns="90000" tIns="45000" rIns="90000" bIns="45000" anchor="t">
            <a:spAutoFit/>
          </a:bodyPr>
          <a:p>
            <a:pPr>
              <a:lnSpc>
                <a:spcPct val="150000"/>
              </a:lnSpc>
            </a:pPr>
            <a:r>
              <a:rPr lang="en-IN" sz="2200" b="0" u="none" strike="noStrike">
                <a:solidFill>
                  <a:srgbClr val="000000"/>
                </a:solidFill>
                <a:effectLst/>
                <a:uFillTx/>
                <a:latin typeface="Maiandra GD"/>
              </a:rPr>
              <a:t>The proposed system consists of six sequential steps, starting from EV and user data input and ending with personalized smart charging recommendations.</a:t>
            </a:r>
            <a:endParaRPr lang="en-IN" sz="2200" b="0" u="none" strike="noStrike">
              <a:solidFill>
                <a:srgbClr val="000000"/>
              </a:solidFill>
              <a:effectLst/>
              <a:uFillTx/>
              <a:latin typeface="Arial"/>
            </a:endParaRPr>
          </a:p>
          <a:p>
            <a:pPr>
              <a:lnSpc>
                <a:spcPct val="150000"/>
              </a:lnSpc>
            </a:pPr>
            <a:r>
              <a:rPr lang="en-IN" sz="2200" b="1" u="none" strike="noStrike">
                <a:solidFill>
                  <a:srgbClr val="000000"/>
                </a:solidFill>
                <a:effectLst/>
                <a:uFillTx/>
                <a:latin typeface="Maiandra GD"/>
              </a:rPr>
              <a:t>1. User &amp; EV Data Input</a:t>
            </a:r>
            <a:endParaRPr lang="en-IN" sz="2200" b="0" u="none" strike="noStrike">
              <a:solidFill>
                <a:srgbClr val="000000"/>
              </a:solidFill>
              <a:effectLst/>
              <a:uFillTx/>
              <a:latin typeface="Arial"/>
            </a:endParaRPr>
          </a:p>
          <a:p>
            <a:pPr>
              <a:lnSpc>
                <a:spcPct val="150000"/>
              </a:lnSpc>
            </a:pPr>
            <a:r>
              <a:rPr lang="en-IN" sz="2200" b="0" u="none" strike="noStrike">
                <a:solidFill>
                  <a:srgbClr val="000000"/>
                </a:solidFill>
                <a:effectLst/>
                <a:uFillTx/>
                <a:latin typeface="Maiandra GD"/>
              </a:rPr>
              <a:t>Input Collection: User details, EV battery capacity, current State of Charge (SoC), vehicle range, destination, and preferred charging requirements are collected as input to the system.</a:t>
            </a:r>
            <a:endParaRPr lang="en-IN" sz="2200" b="0" u="none" strike="noStrike">
              <a:solidFill>
                <a:srgbClr val="000000"/>
              </a:solidFill>
              <a:effectLst/>
              <a:uFillTx/>
              <a:latin typeface="Arial"/>
            </a:endParaRPr>
          </a:p>
          <a:p>
            <a:pPr>
              <a:lnSpc>
                <a:spcPct val="150000"/>
              </a:lnSpc>
            </a:pPr>
            <a:r>
              <a:rPr lang="en-IN" sz="2200" b="1" u="none" strike="noStrike">
                <a:solidFill>
                  <a:srgbClr val="000000"/>
                </a:solidFill>
                <a:effectLst/>
                <a:uFillTx/>
                <a:latin typeface="Maiandra GD"/>
              </a:rPr>
              <a:t>2. Battery &amp; Range Analysis</a:t>
            </a:r>
            <a:endParaRPr lang="en-IN" sz="2200" b="0" u="none" strike="noStrike">
              <a:solidFill>
                <a:srgbClr val="000000"/>
              </a:solidFill>
              <a:effectLst/>
              <a:uFillTx/>
              <a:latin typeface="Arial"/>
            </a:endParaRPr>
          </a:p>
          <a:p>
            <a:pPr>
              <a:lnSpc>
                <a:spcPct val="150000"/>
              </a:lnSpc>
            </a:pPr>
            <a:r>
              <a:rPr lang="en-IN" sz="2200" b="0" u="none" strike="noStrike">
                <a:solidFill>
                  <a:srgbClr val="000000"/>
                </a:solidFill>
                <a:effectLst/>
                <a:uFillTx/>
                <a:latin typeface="Maiandra GD"/>
              </a:rPr>
              <a:t>Battery Analysis: The system analyzes the current battery status, remaining range, estimated energy requirement, and expected consumption to determine whether charging is required.</a:t>
            </a:r>
            <a:endParaRPr lang="en-IN" sz="2200" b="0" u="none" strike="noStrike">
              <a:solidFill>
                <a:srgbClr val="000000"/>
              </a:solidFill>
              <a:effectLst/>
              <a:uFillTx/>
              <a:latin typeface="Arial"/>
            </a:endParaRPr>
          </a:p>
          <a:p>
            <a:pPr>
              <a:lnSpc>
                <a:spcPct val="150000"/>
              </a:lnSpc>
            </a:pPr>
            <a:endParaRPr lang="en-IN"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TextBox 5"/>
          <p:cNvSpPr/>
          <p:nvPr/>
        </p:nvSpPr>
        <p:spPr>
          <a:xfrm>
            <a:off x="5192640" y="701280"/>
            <a:ext cx="3252600" cy="11869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IN" sz="4400" b="1" u="sng" strike="noStrike">
                <a:solidFill>
                  <a:schemeClr val="dk1"/>
                </a:solidFill>
                <a:effectLst/>
                <a:uFillTx/>
                <a:latin typeface="Maiandra GD"/>
              </a:rPr>
              <a:t>Conti..</a:t>
            </a:r>
            <a:endParaRPr lang="en-IN" sz="4400" b="0" u="none" strike="noStrike">
              <a:solidFill>
                <a:srgbClr val="000000"/>
              </a:solidFill>
              <a:effectLst/>
              <a:uFillTx/>
              <a:latin typeface="Arial"/>
            </a:endParaRPr>
          </a:p>
          <a:p>
            <a:pPr defTabSz="914400">
              <a:lnSpc>
                <a:spcPct val="100000"/>
              </a:lnSpc>
            </a:pPr>
            <a:endParaRPr lang="en-IN" sz="2800" b="0" u="none" strike="noStrike">
              <a:solidFill>
                <a:srgbClr val="000000"/>
              </a:solidFill>
              <a:effectLst/>
              <a:uFillTx/>
              <a:latin typeface="Arial"/>
            </a:endParaRPr>
          </a:p>
        </p:txBody>
      </p:sp>
      <p:grpSp>
        <p:nvGrpSpPr>
          <p:cNvPr id="110" name="object 34"/>
          <p:cNvGrpSpPr/>
          <p:nvPr/>
        </p:nvGrpSpPr>
        <p:grpSpPr>
          <a:xfrm>
            <a:off x="0" y="4680"/>
            <a:ext cx="12191400" cy="867240"/>
            <a:chOff x="0" y="4680"/>
            <a:chExt cx="12191400" cy="867240"/>
          </a:xfrm>
        </p:grpSpPr>
        <p:pic>
          <p:nvPicPr>
            <p:cNvPr id="111" name="object 35"/>
            <p:cNvPicPr/>
            <p:nvPr/>
          </p:nvPicPr>
          <p:blipFill>
            <a:blip r:embed="rId1"/>
            <a:stretch/>
          </p:blipFill>
          <p:spPr>
            <a:xfrm>
              <a:off x="13680" y="4680"/>
              <a:ext cx="12177720" cy="800280"/>
            </a:xfrm>
            <a:prstGeom prst="rect">
              <a:avLst/>
            </a:prstGeom>
            <a:noFill/>
            <a:ln w="0">
              <a:noFill/>
            </a:ln>
          </p:spPr>
        </p:pic>
        <p:pic>
          <p:nvPicPr>
            <p:cNvPr id="112" name="object 36"/>
            <p:cNvPicPr/>
            <p:nvPr/>
          </p:nvPicPr>
          <p:blipFill>
            <a:blip r:embed="rId2"/>
            <a:stretch/>
          </p:blipFill>
          <p:spPr>
            <a:xfrm>
              <a:off x="0" y="11520"/>
              <a:ext cx="953280" cy="860400"/>
            </a:xfrm>
            <a:prstGeom prst="rect">
              <a:avLst/>
            </a:prstGeom>
            <a:noFill/>
            <a:ln w="0">
              <a:noFill/>
            </a:ln>
          </p:spPr>
        </p:pic>
      </p:grpSp>
      <p:sp>
        <p:nvSpPr>
          <p:cNvPr id="113" name="Rectangle 18"/>
          <p:cNvSpPr/>
          <p:nvPr/>
        </p:nvSpPr>
        <p:spPr>
          <a:xfrm>
            <a:off x="1198800" y="648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114" name="Picture 13" descr="ppt-2.jpg"/>
          <p:cNvPicPr/>
          <p:nvPr/>
        </p:nvPicPr>
        <p:blipFill>
          <a:blip r:embed="rId3"/>
          <a:stretch/>
        </p:blipFill>
        <p:spPr>
          <a:xfrm>
            <a:off x="762120" y="6324480"/>
            <a:ext cx="11428920" cy="520920"/>
          </a:xfrm>
          <a:prstGeom prst="rect">
            <a:avLst/>
          </a:prstGeom>
          <a:noFill/>
          <a:ln w="9525">
            <a:noFill/>
          </a:ln>
        </p:spPr>
      </p:pic>
      <p:sp>
        <p:nvSpPr>
          <p:cNvPr id="115" name="Rectangle 20"/>
          <p:cNvSpPr/>
          <p:nvPr/>
        </p:nvSpPr>
        <p:spPr>
          <a:xfrm>
            <a:off x="171720" y="632448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
        <p:nvSpPr>
          <p:cNvPr id="116" name=""/>
          <p:cNvSpPr/>
          <p:nvPr/>
        </p:nvSpPr>
        <p:spPr>
          <a:xfrm>
            <a:off x="474480" y="1785960"/>
            <a:ext cx="11225520" cy="4110120"/>
          </a:xfrm>
          <a:prstGeom prst="rect">
            <a:avLst/>
          </a:prstGeom>
          <a:noFill/>
          <a:ln w="0">
            <a:noFill/>
          </a:ln>
        </p:spPr>
        <p:style>
          <a:lnRef idx="0"/>
          <a:fillRef idx="0"/>
          <a:effectRef idx="0"/>
          <a:fontRef idx="minor"/>
        </p:style>
        <p:txBody>
          <a:bodyPr lIns="90000" tIns="45000" rIns="90000" bIns="45000" anchor="t">
            <a:spAutoFit/>
          </a:bodyPr>
          <a:p>
            <a:pPr>
              <a:lnSpc>
                <a:spcPct val="150000"/>
              </a:lnSpc>
            </a:pPr>
            <a:r>
              <a:rPr lang="en-IN" sz="2200" b="1" u="none" strike="noStrike">
                <a:solidFill>
                  <a:srgbClr val="000000"/>
                </a:solidFill>
                <a:effectLst/>
                <a:uFillTx/>
                <a:latin typeface="Maiandra GD"/>
              </a:rPr>
              <a:t>3. Charging Station Data Collection</a:t>
            </a:r>
            <a:endParaRPr lang="en-IN" sz="2200" b="0" u="none" strike="noStrike">
              <a:solidFill>
                <a:srgbClr val="000000"/>
              </a:solidFill>
              <a:effectLst/>
              <a:uFillTx/>
              <a:latin typeface="Arial"/>
            </a:endParaRPr>
          </a:p>
          <a:p>
            <a:pPr>
              <a:lnSpc>
                <a:spcPct val="150000"/>
              </a:lnSpc>
            </a:pPr>
            <a:r>
              <a:rPr lang="en-IN" sz="2200" b="0" u="none" strike="noStrike">
                <a:solidFill>
                  <a:srgbClr val="000000"/>
                </a:solidFill>
                <a:effectLst/>
                <a:uFillTx/>
                <a:latin typeface="Maiandra GD"/>
              </a:rPr>
              <a:t>Station Data: Real-time charging station information such as location, availability, charger type, charging speed, distance, pricing, and operating status is collected.</a:t>
            </a:r>
            <a:endParaRPr lang="en-IN" sz="2200" b="0" u="none" strike="noStrike">
              <a:solidFill>
                <a:srgbClr val="000000"/>
              </a:solidFill>
              <a:effectLst/>
              <a:uFillTx/>
              <a:latin typeface="Arial"/>
            </a:endParaRPr>
          </a:p>
          <a:p>
            <a:pPr>
              <a:lnSpc>
                <a:spcPct val="150000"/>
              </a:lnSpc>
            </a:pPr>
            <a:r>
              <a:rPr lang="en-IN" sz="2200" b="1" u="none" strike="noStrike">
                <a:solidFill>
                  <a:srgbClr val="000000"/>
                </a:solidFill>
                <a:effectLst/>
                <a:uFillTx/>
                <a:latin typeface="Maiandra GD"/>
              </a:rPr>
              <a:t>4. Charging Demand Prediction</a:t>
            </a:r>
            <a:endParaRPr lang="en-IN" sz="2200" b="0" u="none" strike="noStrike">
              <a:solidFill>
                <a:srgbClr val="000000"/>
              </a:solidFill>
              <a:effectLst/>
              <a:uFillTx/>
              <a:latin typeface="Arial"/>
            </a:endParaRPr>
          </a:p>
          <a:p>
            <a:pPr>
              <a:lnSpc>
                <a:spcPct val="150000"/>
              </a:lnSpc>
            </a:pPr>
            <a:r>
              <a:rPr lang="en-IN" sz="2200" b="0" u="none" strike="noStrike">
                <a:solidFill>
                  <a:srgbClr val="000000"/>
                </a:solidFill>
                <a:effectLst/>
                <a:uFillTx/>
                <a:latin typeface="Maiandra GD"/>
              </a:rPr>
              <a:t>Demand Prediction: Machine learning models analyze battery status, travel distance, historical charging patterns, and station demand to estimate the required charging demand and suitable charging time.</a:t>
            </a:r>
            <a:endParaRPr lang="en-IN" sz="2200" b="0" u="none" strike="noStrike">
              <a:solidFill>
                <a:srgbClr val="000000"/>
              </a:solidFill>
              <a:effectLst/>
              <a:uFillTx/>
              <a:latin typeface="Arial"/>
            </a:endParaRPr>
          </a:p>
          <a:p>
            <a:pPr>
              <a:lnSpc>
                <a:spcPct val="150000"/>
              </a:lnSpc>
            </a:pPr>
            <a:endParaRPr lang="en-IN"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TextBox 6"/>
          <p:cNvSpPr/>
          <p:nvPr/>
        </p:nvSpPr>
        <p:spPr>
          <a:xfrm>
            <a:off x="5029560" y="722880"/>
            <a:ext cx="2295360" cy="12477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IN" sz="4400" b="1" u="sng" strike="noStrike">
                <a:solidFill>
                  <a:schemeClr val="dk1"/>
                </a:solidFill>
                <a:effectLst/>
                <a:uFillTx/>
                <a:latin typeface="Maiandra GD"/>
              </a:rPr>
              <a:t>Conti..</a:t>
            </a:r>
            <a:endParaRPr lang="en-IN" sz="4400" b="0" u="none" strike="noStrike">
              <a:solidFill>
                <a:srgbClr val="000000"/>
              </a:solidFill>
              <a:effectLst/>
              <a:uFillTx/>
              <a:latin typeface="Arial"/>
            </a:endParaRPr>
          </a:p>
          <a:p>
            <a:pPr defTabSz="914400">
              <a:lnSpc>
                <a:spcPct val="100000"/>
              </a:lnSpc>
            </a:pPr>
            <a:endParaRPr lang="en-IN" sz="3200" b="0" u="none" strike="noStrike">
              <a:solidFill>
                <a:srgbClr val="000000"/>
              </a:solidFill>
              <a:effectLst/>
              <a:uFillTx/>
              <a:latin typeface="Arial"/>
            </a:endParaRPr>
          </a:p>
        </p:txBody>
      </p:sp>
      <p:grpSp>
        <p:nvGrpSpPr>
          <p:cNvPr id="118" name="object 37"/>
          <p:cNvGrpSpPr/>
          <p:nvPr/>
        </p:nvGrpSpPr>
        <p:grpSpPr>
          <a:xfrm>
            <a:off x="360" y="6120"/>
            <a:ext cx="12191040" cy="867240"/>
            <a:chOff x="360" y="6120"/>
            <a:chExt cx="12191040" cy="867240"/>
          </a:xfrm>
        </p:grpSpPr>
        <p:pic>
          <p:nvPicPr>
            <p:cNvPr id="119" name="object 38"/>
            <p:cNvPicPr/>
            <p:nvPr/>
          </p:nvPicPr>
          <p:blipFill>
            <a:blip r:embed="rId1"/>
            <a:stretch/>
          </p:blipFill>
          <p:spPr>
            <a:xfrm>
              <a:off x="14040" y="6120"/>
              <a:ext cx="12177360" cy="800280"/>
            </a:xfrm>
            <a:prstGeom prst="rect">
              <a:avLst/>
            </a:prstGeom>
            <a:noFill/>
            <a:ln w="0">
              <a:noFill/>
            </a:ln>
          </p:spPr>
        </p:pic>
        <p:pic>
          <p:nvPicPr>
            <p:cNvPr id="120" name="object 39"/>
            <p:cNvPicPr/>
            <p:nvPr/>
          </p:nvPicPr>
          <p:blipFill>
            <a:blip r:embed="rId2"/>
            <a:stretch/>
          </p:blipFill>
          <p:spPr>
            <a:xfrm>
              <a:off x="360" y="12960"/>
              <a:ext cx="953280" cy="860400"/>
            </a:xfrm>
            <a:prstGeom prst="rect">
              <a:avLst/>
            </a:prstGeom>
            <a:noFill/>
            <a:ln w="0">
              <a:noFill/>
            </a:ln>
          </p:spPr>
        </p:pic>
      </p:grpSp>
      <p:sp>
        <p:nvSpPr>
          <p:cNvPr id="121" name="Rectangle 21"/>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122" name="Picture 7" descr="ppt-2.jpg"/>
          <p:cNvPicPr/>
          <p:nvPr/>
        </p:nvPicPr>
        <p:blipFill>
          <a:blip r:embed="rId3"/>
          <a:stretch/>
        </p:blipFill>
        <p:spPr>
          <a:xfrm>
            <a:off x="762480" y="6324120"/>
            <a:ext cx="11428920" cy="520920"/>
          </a:xfrm>
          <a:prstGeom prst="rect">
            <a:avLst/>
          </a:prstGeom>
          <a:noFill/>
          <a:ln w="9525">
            <a:noFill/>
          </a:ln>
        </p:spPr>
      </p:pic>
      <p:sp>
        <p:nvSpPr>
          <p:cNvPr id="123" name="Rectangle 22"/>
          <p:cNvSpPr/>
          <p:nvPr/>
        </p:nvSpPr>
        <p:spPr>
          <a:xfrm>
            <a:off x="17208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
        <p:nvSpPr>
          <p:cNvPr id="124" name=""/>
          <p:cNvSpPr/>
          <p:nvPr/>
        </p:nvSpPr>
        <p:spPr>
          <a:xfrm>
            <a:off x="360000" y="1440000"/>
            <a:ext cx="11225520" cy="5617800"/>
          </a:xfrm>
          <a:prstGeom prst="rect">
            <a:avLst/>
          </a:prstGeom>
          <a:noFill/>
          <a:ln w="0">
            <a:noFill/>
          </a:ln>
        </p:spPr>
        <p:style>
          <a:lnRef idx="0"/>
          <a:fillRef idx="0"/>
          <a:effectRef idx="0"/>
          <a:fontRef idx="minor"/>
        </p:style>
        <p:txBody>
          <a:bodyPr lIns="90000" tIns="45000" rIns="90000" bIns="45000" anchor="t">
            <a:spAutoFit/>
          </a:bodyPr>
          <a:p>
            <a:pPr>
              <a:lnSpc>
                <a:spcPct val="150000"/>
              </a:lnSpc>
            </a:pPr>
            <a:r>
              <a:rPr lang="en-IN" sz="2200" b="1" u="none" strike="noStrike">
                <a:solidFill>
                  <a:srgbClr val="000000"/>
                </a:solidFill>
                <a:effectLst/>
                <a:uFillTx/>
                <a:latin typeface="Maiandra GD"/>
              </a:rPr>
              <a:t>5. Agentic AI Optimization</a:t>
            </a:r>
            <a:endParaRPr lang="en-IN" sz="2200" b="0" u="none" strike="noStrike">
              <a:solidFill>
                <a:srgbClr val="000000"/>
              </a:solidFill>
              <a:effectLst/>
              <a:uFillTx/>
              <a:latin typeface="Arial"/>
            </a:endParaRPr>
          </a:p>
          <a:p>
            <a:pPr>
              <a:lnSpc>
                <a:spcPct val="150000"/>
              </a:lnSpc>
            </a:pPr>
            <a:r>
              <a:rPr lang="en-IN" sz="2200" b="0" u="none" strike="noStrike">
                <a:solidFill>
                  <a:srgbClr val="000000"/>
                </a:solidFill>
                <a:effectLst/>
                <a:uFillTx/>
                <a:latin typeface="Maiandra GD"/>
              </a:rPr>
              <a:t>Intelligent Decision Making: The Agentic AI evaluates multiple factors such as distance, charging time, station availability, electricity cost, energy consumption, and user preferences to select an optimized charging station and charging schedule.</a:t>
            </a:r>
            <a:endParaRPr lang="en-IN" sz="2200" b="0" u="none" strike="noStrike">
              <a:solidFill>
                <a:srgbClr val="000000"/>
              </a:solidFill>
              <a:effectLst/>
              <a:uFillTx/>
              <a:latin typeface="Arial"/>
            </a:endParaRPr>
          </a:p>
          <a:p>
            <a:pPr>
              <a:lnSpc>
                <a:spcPct val="150000"/>
              </a:lnSpc>
            </a:pPr>
            <a:r>
              <a:rPr lang="en-IN" sz="2200" b="1" u="none" strike="noStrike">
                <a:solidFill>
                  <a:srgbClr val="000000"/>
                </a:solidFill>
                <a:effectLst/>
                <a:uFillTx/>
                <a:latin typeface="Maiandra GD"/>
              </a:rPr>
              <a:t>6. Personalized Recommendation &amp; Monitoring</a:t>
            </a:r>
            <a:endParaRPr lang="en-IN" sz="2200" b="0" u="none" strike="noStrike">
              <a:solidFill>
                <a:srgbClr val="000000"/>
              </a:solidFill>
              <a:effectLst/>
              <a:uFillTx/>
              <a:latin typeface="Arial"/>
            </a:endParaRPr>
          </a:p>
          <a:p>
            <a:pPr>
              <a:lnSpc>
                <a:spcPct val="150000"/>
              </a:lnSpc>
            </a:pPr>
            <a:r>
              <a:rPr lang="en-IN" sz="2200" b="0" u="none" strike="noStrike">
                <a:solidFill>
                  <a:srgbClr val="000000"/>
                </a:solidFill>
                <a:effectLst/>
                <a:uFillTx/>
                <a:latin typeface="Maiandra GD"/>
              </a:rPr>
              <a:t>Smart Recommendation: The system provides a personalized charging recommendation, including the recommended station, charging time, estimated cost, and expected energy requirement, while continuously monitoring charging conditions and updating the recommendation when required.</a:t>
            </a:r>
            <a:endParaRPr lang="en-IN" sz="2200" b="0" u="none" strike="noStrike">
              <a:solidFill>
                <a:srgbClr val="000000"/>
              </a:solidFill>
              <a:effectLst/>
              <a:uFillTx/>
              <a:latin typeface="Arial"/>
            </a:endParaRPr>
          </a:p>
          <a:p>
            <a:pPr>
              <a:lnSpc>
                <a:spcPct val="150000"/>
              </a:lnSpc>
            </a:pPr>
            <a:endParaRPr lang="en-IN" sz="2200" b="0" u="none" strike="noStrike">
              <a:solidFill>
                <a:srgbClr val="000000"/>
              </a:solidFill>
              <a:effectLst/>
              <a:uFillTx/>
              <a:latin typeface="Arial"/>
            </a:endParaRPr>
          </a:p>
          <a:p>
            <a:pPr>
              <a:lnSpc>
                <a:spcPct val="150000"/>
              </a:lnSpc>
            </a:pPr>
            <a:endParaRPr lang="en-IN"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Rectangle 23"/>
          <p:cNvSpPr/>
          <p:nvPr/>
        </p:nvSpPr>
        <p:spPr>
          <a:xfrm>
            <a:off x="720000" y="1504800"/>
            <a:ext cx="10818000" cy="4614840"/>
          </a:xfrm>
          <a:prstGeom prst="rect">
            <a:avLst/>
          </a:prstGeom>
          <a:noFill/>
          <a:ln w="0">
            <a:noFill/>
          </a:ln>
        </p:spPr>
        <p:style>
          <a:lnRef idx="0"/>
          <a:fillRef idx="0"/>
          <a:effectRef idx="0"/>
          <a:fontRef idx="minor"/>
        </p:style>
        <p:txBody>
          <a:bodyPr numCol="1" spcCol="0" lIns="90000" tIns="45000" rIns="90000" bIns="45000" anchor="ctr">
            <a:spAutoFit/>
          </a:bodyPr>
          <a:p>
            <a:pPr algn="just" defTabSz="914400">
              <a:lnSpc>
                <a:spcPct val="150000"/>
              </a:lnSpc>
              <a:spcBef>
                <a:spcPts val="1191"/>
              </a:spcBef>
              <a:spcAft>
                <a:spcPts val="992"/>
              </a:spcAft>
            </a:pPr>
            <a:r>
              <a:rPr lang="en-US" sz="2200" b="0" u="none" strike="noStrike">
                <a:solidFill>
                  <a:schemeClr val="dk1"/>
                </a:solidFill>
                <a:effectLst/>
                <a:uFillTx/>
                <a:latin typeface="Maiandra GD"/>
              </a:rPr>
              <a:t>The proposed EV Charging Recommendation system is implemented using Python with libraries such as Pandas, NumPy, Scikit-learn, Matplotlib, and Seaborn. The system uses EV and charging-station datasets containing information such as battery capacity, State of Charge (SoC), vehicle range, charging demand, station availability, charging speed, distance, and charging cost. Pandas and NumPy are used for data preprocessing, cleaning, and numerical analysis, while machine learning techniques are used to predict charging demand and estimate EV requirements. The system integrates real-time charging-station information to evaluate available stations based on distance, availability, charging time, and cost.</a:t>
            </a:r>
            <a:endParaRPr lang="en-IN" sz="2200" b="0" u="none" strike="noStrike">
              <a:solidFill>
                <a:srgbClr val="000000"/>
              </a:solidFill>
              <a:effectLst/>
              <a:uFillTx/>
              <a:latin typeface="Arial"/>
            </a:endParaRPr>
          </a:p>
        </p:txBody>
      </p:sp>
      <p:sp>
        <p:nvSpPr>
          <p:cNvPr id="126" name="TextBox 3"/>
          <p:cNvSpPr/>
          <p:nvPr/>
        </p:nvSpPr>
        <p:spPr>
          <a:xfrm>
            <a:off x="2186640" y="711360"/>
            <a:ext cx="8419680" cy="759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4400" b="1" u="sng" strike="noStrike">
                <a:solidFill>
                  <a:schemeClr val="dk1"/>
                </a:solidFill>
                <a:effectLst/>
                <a:uFillTx/>
                <a:latin typeface="Maiandra GD"/>
              </a:rPr>
              <a:t>Technologies &amp; Implementation</a:t>
            </a:r>
            <a:endParaRPr lang="en-IN" sz="4400" b="0" u="none" strike="noStrike">
              <a:solidFill>
                <a:srgbClr val="000000"/>
              </a:solidFill>
              <a:effectLst/>
              <a:uFillTx/>
              <a:latin typeface="Arial"/>
            </a:endParaRPr>
          </a:p>
        </p:txBody>
      </p:sp>
      <p:grpSp>
        <p:nvGrpSpPr>
          <p:cNvPr id="127" name="object 40"/>
          <p:cNvGrpSpPr/>
          <p:nvPr/>
        </p:nvGrpSpPr>
        <p:grpSpPr>
          <a:xfrm>
            <a:off x="0" y="-61560"/>
            <a:ext cx="12191400" cy="867240"/>
            <a:chOff x="0" y="-61560"/>
            <a:chExt cx="12191400" cy="867240"/>
          </a:xfrm>
        </p:grpSpPr>
        <p:pic>
          <p:nvPicPr>
            <p:cNvPr id="128" name="object 41"/>
            <p:cNvPicPr/>
            <p:nvPr/>
          </p:nvPicPr>
          <p:blipFill>
            <a:blip r:embed="rId1"/>
            <a:stretch/>
          </p:blipFill>
          <p:spPr>
            <a:xfrm>
              <a:off x="13680" y="-61560"/>
              <a:ext cx="12177720" cy="800280"/>
            </a:xfrm>
            <a:prstGeom prst="rect">
              <a:avLst/>
            </a:prstGeom>
            <a:noFill/>
            <a:ln w="0">
              <a:noFill/>
            </a:ln>
          </p:spPr>
        </p:pic>
        <p:pic>
          <p:nvPicPr>
            <p:cNvPr id="129" name="object 42"/>
            <p:cNvPicPr/>
            <p:nvPr/>
          </p:nvPicPr>
          <p:blipFill>
            <a:blip r:embed="rId2"/>
            <a:stretch/>
          </p:blipFill>
          <p:spPr>
            <a:xfrm>
              <a:off x="0" y="-54720"/>
              <a:ext cx="953280" cy="860400"/>
            </a:xfrm>
            <a:prstGeom prst="rect">
              <a:avLst/>
            </a:prstGeom>
            <a:noFill/>
            <a:ln w="0">
              <a:noFill/>
            </a:ln>
          </p:spPr>
        </p:pic>
      </p:grpSp>
      <p:sp>
        <p:nvSpPr>
          <p:cNvPr id="130" name="Rectangle 24"/>
          <p:cNvSpPr/>
          <p:nvPr/>
        </p:nvSpPr>
        <p:spPr>
          <a:xfrm>
            <a:off x="119880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131" name="Picture 4" descr="ppt-2.jpg"/>
          <p:cNvPicPr/>
          <p:nvPr/>
        </p:nvPicPr>
        <p:blipFill>
          <a:blip r:embed="rId3"/>
          <a:stretch/>
        </p:blipFill>
        <p:spPr>
          <a:xfrm>
            <a:off x="762120" y="6324120"/>
            <a:ext cx="11428920" cy="520920"/>
          </a:xfrm>
          <a:prstGeom prst="rect">
            <a:avLst/>
          </a:prstGeom>
          <a:noFill/>
          <a:ln w="9525">
            <a:noFill/>
          </a:ln>
        </p:spPr>
      </p:pic>
      <p:sp>
        <p:nvSpPr>
          <p:cNvPr id="132" name="Rectangle 25"/>
          <p:cNvSpPr/>
          <p:nvPr/>
        </p:nvSpPr>
        <p:spPr>
          <a:xfrm>
            <a:off x="17172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Rectangle 26"/>
          <p:cNvSpPr/>
          <p:nvPr/>
        </p:nvSpPr>
        <p:spPr>
          <a:xfrm>
            <a:off x="521640" y="1416960"/>
            <a:ext cx="10818000" cy="4435560"/>
          </a:xfrm>
          <a:prstGeom prst="rect">
            <a:avLst/>
          </a:prstGeom>
          <a:noFill/>
          <a:ln w="0">
            <a:noFill/>
          </a:ln>
        </p:spPr>
        <p:style>
          <a:lnRef idx="0"/>
          <a:fillRef idx="0"/>
          <a:effectRef idx="0"/>
          <a:fontRef idx="minor"/>
        </p:style>
        <p:txBody>
          <a:bodyPr numCol="1" spcCol="0" lIns="90000" tIns="45000" rIns="90000" bIns="45000" anchor="ctr">
            <a:spAutoFit/>
          </a:bodyPr>
          <a:p>
            <a:pPr defTabSz="914400">
              <a:lnSpc>
                <a:spcPct val="100000"/>
              </a:lnSpc>
            </a:pPr>
            <a:endParaRPr lang="en-IN" sz="2000" b="0" u="none" strike="noStrike">
              <a:solidFill>
                <a:srgbClr val="000000"/>
              </a:solidFill>
              <a:effectLst/>
              <a:uFillTx/>
              <a:latin typeface="Arial"/>
            </a:endParaRPr>
          </a:p>
          <a:p>
            <a:pPr defTabSz="914400">
              <a:lnSpc>
                <a:spcPct val="100000"/>
              </a:lnSpc>
              <a:spcBef>
                <a:spcPts val="1191"/>
              </a:spcBef>
              <a:spcAft>
                <a:spcPts val="992"/>
              </a:spcAft>
            </a:pPr>
            <a:r>
              <a:rPr lang="en-US" sz="2200" b="1" u="sng" strike="noStrike">
                <a:solidFill>
                  <a:schemeClr val="dk1"/>
                </a:solidFill>
                <a:effectLst/>
                <a:uFillTx/>
                <a:latin typeface="Maiandra GD"/>
              </a:rPr>
              <a:t>Software / Library / Module Used:</a:t>
            </a:r>
            <a:endParaRPr lang="en-IN" sz="2200" b="0" u="none" strike="noStrike">
              <a:solidFill>
                <a:srgbClr val="000000"/>
              </a:solidFill>
              <a:effectLst/>
              <a:uFillTx/>
              <a:latin typeface="Arial"/>
            </a:endParaRPr>
          </a:p>
          <a:p>
            <a:pPr defTabSz="914400">
              <a:lnSpc>
                <a:spcPct val="100000"/>
              </a:lnSpc>
              <a:spcBef>
                <a:spcPts val="624"/>
              </a:spcBef>
              <a:spcAft>
                <a:spcPts val="425"/>
              </a:spcAft>
            </a:pPr>
            <a:r>
              <a:rPr lang="en-US" sz="2200" b="1" u="none" strike="noStrike">
                <a:solidFill>
                  <a:schemeClr val="dk1"/>
                </a:solidFill>
                <a:effectLst/>
                <a:uFillTx/>
                <a:latin typeface="Maiandra GD"/>
              </a:rPr>
              <a:t>• Programming Language:</a:t>
            </a:r>
            <a:r>
              <a:rPr lang="en-US" sz="2200" b="0" u="none" strike="noStrike">
                <a:solidFill>
                  <a:schemeClr val="dk1"/>
                </a:solidFill>
                <a:effectLst/>
                <a:uFillTx/>
                <a:latin typeface="Maiandra GD"/>
              </a:rPr>
              <a:t> Python</a:t>
            </a:r>
            <a:endParaRPr lang="en-IN" sz="2200" b="0" u="none" strike="noStrike">
              <a:solidFill>
                <a:srgbClr val="000000"/>
              </a:solidFill>
              <a:effectLst/>
              <a:uFillTx/>
              <a:latin typeface="Arial"/>
            </a:endParaRPr>
          </a:p>
          <a:p>
            <a:pPr defTabSz="914400">
              <a:lnSpc>
                <a:spcPct val="100000"/>
              </a:lnSpc>
              <a:spcBef>
                <a:spcPts val="624"/>
              </a:spcBef>
              <a:spcAft>
                <a:spcPts val="425"/>
              </a:spcAft>
            </a:pPr>
            <a:r>
              <a:rPr lang="en-US" sz="2200" b="1" u="none" strike="noStrike">
                <a:solidFill>
                  <a:schemeClr val="dk1"/>
                </a:solidFill>
                <a:effectLst/>
                <a:uFillTx/>
                <a:latin typeface="Maiandra GD"/>
              </a:rPr>
              <a:t>• Libraries:</a:t>
            </a:r>
            <a:r>
              <a:rPr lang="en-US" sz="2200" b="0" u="none" strike="noStrike">
                <a:solidFill>
                  <a:schemeClr val="dk1"/>
                </a:solidFill>
                <a:effectLst/>
                <a:uFillTx/>
                <a:latin typeface="Maiandra GD"/>
              </a:rPr>
              <a:t> Pandas, NumPy, Scikit-learn</a:t>
            </a:r>
            <a:endParaRPr lang="en-IN" sz="2200" b="0" u="none" strike="noStrike">
              <a:solidFill>
                <a:srgbClr val="000000"/>
              </a:solidFill>
              <a:effectLst/>
              <a:uFillTx/>
              <a:latin typeface="Arial"/>
            </a:endParaRPr>
          </a:p>
          <a:p>
            <a:pPr defTabSz="914400">
              <a:lnSpc>
                <a:spcPct val="100000"/>
              </a:lnSpc>
              <a:spcBef>
                <a:spcPts val="624"/>
              </a:spcBef>
              <a:spcAft>
                <a:spcPts val="425"/>
              </a:spcAft>
            </a:pPr>
            <a:r>
              <a:rPr lang="en-US" sz="2200" b="0" u="none" strike="noStrike">
                <a:solidFill>
                  <a:schemeClr val="dk1"/>
                </a:solidFill>
                <a:effectLst/>
                <a:uFillTx/>
                <a:latin typeface="Maiandra GD"/>
              </a:rPr>
              <a:t>•</a:t>
            </a:r>
            <a:r>
              <a:rPr lang="en-US" sz="2200" b="1" u="none" strike="noStrike">
                <a:solidFill>
                  <a:schemeClr val="dk1"/>
                </a:solidFill>
                <a:effectLst/>
                <a:uFillTx/>
                <a:latin typeface="Maiandra GD"/>
              </a:rPr>
              <a:t> Machine Learning Model</a:t>
            </a:r>
            <a:r>
              <a:rPr lang="en-US" sz="2200" b="0" u="none" strike="noStrike">
                <a:solidFill>
                  <a:schemeClr val="dk1"/>
                </a:solidFill>
                <a:effectLst/>
                <a:uFillTx/>
                <a:latin typeface="Maiandra GD"/>
              </a:rPr>
              <a:t>: Random Forest Regressor for charging-demand prediction</a:t>
            </a:r>
            <a:endParaRPr lang="en-IN" sz="2200" b="0" u="none" strike="noStrike">
              <a:solidFill>
                <a:srgbClr val="000000"/>
              </a:solidFill>
              <a:effectLst/>
              <a:uFillTx/>
              <a:latin typeface="Arial"/>
            </a:endParaRPr>
          </a:p>
          <a:p>
            <a:pPr defTabSz="914400">
              <a:lnSpc>
                <a:spcPct val="100000"/>
              </a:lnSpc>
              <a:spcBef>
                <a:spcPts val="624"/>
              </a:spcBef>
              <a:spcAft>
                <a:spcPts val="425"/>
              </a:spcAft>
            </a:pPr>
            <a:r>
              <a:rPr lang="en-US" sz="2200" b="1" u="none" strike="noStrike">
                <a:solidFill>
                  <a:schemeClr val="dk1"/>
                </a:solidFill>
                <a:effectLst/>
                <a:uFillTx/>
                <a:latin typeface="Maiandra GD"/>
              </a:rPr>
              <a:t>• Prediction Inputs:</a:t>
            </a:r>
            <a:r>
              <a:rPr lang="en-US" sz="2200" b="0" u="none" strike="noStrike">
                <a:solidFill>
                  <a:schemeClr val="dk1"/>
                </a:solidFill>
                <a:effectLst/>
                <a:uFillTx/>
                <a:latin typeface="Maiandra GD"/>
              </a:rPr>
              <a:t> Battery SoC, time, station usage, travel distance, and weather conditions</a:t>
            </a:r>
            <a:endParaRPr lang="en-IN" sz="2200" b="0" u="none" strike="noStrike">
              <a:solidFill>
                <a:srgbClr val="000000"/>
              </a:solidFill>
              <a:effectLst/>
              <a:uFillTx/>
              <a:latin typeface="Arial"/>
            </a:endParaRPr>
          </a:p>
          <a:p>
            <a:pPr defTabSz="914400">
              <a:lnSpc>
                <a:spcPct val="100000"/>
              </a:lnSpc>
              <a:spcBef>
                <a:spcPts val="624"/>
              </a:spcBef>
              <a:spcAft>
                <a:spcPts val="425"/>
              </a:spcAft>
            </a:pPr>
            <a:r>
              <a:rPr lang="en-US" sz="2200" b="1" u="none" strike="noStrike">
                <a:solidFill>
                  <a:schemeClr val="dk1"/>
                </a:solidFill>
                <a:effectLst/>
                <a:uFillTx/>
                <a:latin typeface="Maiandra GD"/>
              </a:rPr>
              <a:t>• Data Processing</a:t>
            </a:r>
            <a:r>
              <a:rPr lang="en-US" sz="2200" b="0" u="none" strike="noStrike">
                <a:solidFill>
                  <a:schemeClr val="dk1"/>
                </a:solidFill>
                <a:effectLst/>
                <a:uFillTx/>
                <a:latin typeface="Maiandra GD"/>
              </a:rPr>
              <a:t>: Pandas and NumPy are used for data cleaning, preprocessing, and numerical analysis</a:t>
            </a:r>
            <a:endParaRPr lang="en-IN" sz="2200" b="0" u="none" strike="noStrike">
              <a:solidFill>
                <a:srgbClr val="000000"/>
              </a:solidFill>
              <a:effectLst/>
              <a:uFillTx/>
              <a:latin typeface="Arial"/>
            </a:endParaRPr>
          </a:p>
          <a:p>
            <a:pPr defTabSz="914400">
              <a:lnSpc>
                <a:spcPct val="100000"/>
              </a:lnSpc>
              <a:spcBef>
                <a:spcPts val="624"/>
              </a:spcBef>
              <a:spcAft>
                <a:spcPts val="425"/>
              </a:spcAft>
            </a:pPr>
            <a:r>
              <a:rPr lang="en-US" sz="2200" b="1" u="none" strike="noStrike">
                <a:solidFill>
                  <a:schemeClr val="dk1"/>
                </a:solidFill>
                <a:effectLst/>
                <a:uFillTx/>
                <a:latin typeface="Maiandra GD"/>
              </a:rPr>
              <a:t>• Evaluation Metrics:</a:t>
            </a:r>
            <a:r>
              <a:rPr lang="en-US" sz="2200" b="0" u="none" strike="noStrike">
                <a:solidFill>
                  <a:schemeClr val="dk1"/>
                </a:solidFill>
                <a:effectLst/>
                <a:uFillTx/>
                <a:latin typeface="Maiandra GD"/>
              </a:rPr>
              <a:t> MAE, RMSE, and R² are used to evaluate prediction performance</a:t>
            </a:r>
            <a:endParaRPr lang="en-IN" sz="2200" b="0" u="none" strike="noStrike">
              <a:solidFill>
                <a:srgbClr val="000000"/>
              </a:solidFill>
              <a:effectLst/>
              <a:uFillTx/>
              <a:latin typeface="Arial"/>
            </a:endParaRPr>
          </a:p>
        </p:txBody>
      </p:sp>
      <p:sp>
        <p:nvSpPr>
          <p:cNvPr id="134" name="TextBox 8"/>
          <p:cNvSpPr/>
          <p:nvPr/>
        </p:nvSpPr>
        <p:spPr>
          <a:xfrm>
            <a:off x="2146320" y="700920"/>
            <a:ext cx="8419680" cy="759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4400" b="1" u="sng" strike="noStrike">
                <a:solidFill>
                  <a:schemeClr val="dk1"/>
                </a:solidFill>
                <a:effectLst/>
                <a:uFillTx/>
                <a:latin typeface="Maiandra GD"/>
              </a:rPr>
              <a:t>Technologies &amp; Implementation</a:t>
            </a:r>
            <a:endParaRPr lang="en-IN" sz="4400" b="0" u="none" strike="noStrike">
              <a:solidFill>
                <a:srgbClr val="000000"/>
              </a:solidFill>
              <a:effectLst/>
              <a:uFillTx/>
              <a:latin typeface="Arial"/>
            </a:endParaRPr>
          </a:p>
        </p:txBody>
      </p:sp>
      <p:grpSp>
        <p:nvGrpSpPr>
          <p:cNvPr id="135" name="object 43"/>
          <p:cNvGrpSpPr/>
          <p:nvPr/>
        </p:nvGrpSpPr>
        <p:grpSpPr>
          <a:xfrm>
            <a:off x="360" y="-61560"/>
            <a:ext cx="12191040" cy="867240"/>
            <a:chOff x="360" y="-61560"/>
            <a:chExt cx="12191040" cy="867240"/>
          </a:xfrm>
        </p:grpSpPr>
        <p:pic>
          <p:nvPicPr>
            <p:cNvPr id="136" name="object 44"/>
            <p:cNvPicPr/>
            <p:nvPr/>
          </p:nvPicPr>
          <p:blipFill>
            <a:blip r:embed="rId1"/>
            <a:stretch/>
          </p:blipFill>
          <p:spPr>
            <a:xfrm>
              <a:off x="14040" y="-61560"/>
              <a:ext cx="12177360" cy="800280"/>
            </a:xfrm>
            <a:prstGeom prst="rect">
              <a:avLst/>
            </a:prstGeom>
            <a:noFill/>
            <a:ln w="0">
              <a:noFill/>
            </a:ln>
          </p:spPr>
        </p:pic>
        <p:pic>
          <p:nvPicPr>
            <p:cNvPr id="137" name="object 45"/>
            <p:cNvPicPr/>
            <p:nvPr/>
          </p:nvPicPr>
          <p:blipFill>
            <a:blip r:embed="rId2"/>
            <a:stretch/>
          </p:blipFill>
          <p:spPr>
            <a:xfrm>
              <a:off x="360" y="-54720"/>
              <a:ext cx="953280" cy="860400"/>
            </a:xfrm>
            <a:prstGeom prst="rect">
              <a:avLst/>
            </a:prstGeom>
            <a:noFill/>
            <a:ln w="0">
              <a:noFill/>
            </a:ln>
          </p:spPr>
        </p:pic>
      </p:grpSp>
      <p:sp>
        <p:nvSpPr>
          <p:cNvPr id="138" name="Rectangle 27"/>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139" name="Picture 14" descr="ppt-2.jpg"/>
          <p:cNvPicPr/>
          <p:nvPr/>
        </p:nvPicPr>
        <p:blipFill>
          <a:blip r:embed="rId3"/>
          <a:stretch/>
        </p:blipFill>
        <p:spPr>
          <a:xfrm>
            <a:off x="762480" y="6324120"/>
            <a:ext cx="11428920" cy="520920"/>
          </a:xfrm>
          <a:prstGeom prst="rect">
            <a:avLst/>
          </a:prstGeom>
          <a:noFill/>
          <a:ln w="9525">
            <a:noFill/>
          </a:ln>
        </p:spPr>
      </p:pic>
      <p:sp>
        <p:nvSpPr>
          <p:cNvPr id="140" name="Rectangle 28"/>
          <p:cNvSpPr/>
          <p:nvPr/>
        </p:nvSpPr>
        <p:spPr>
          <a:xfrm>
            <a:off x="17208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Rectangle 29"/>
          <p:cNvSpPr/>
          <p:nvPr/>
        </p:nvSpPr>
        <p:spPr>
          <a:xfrm>
            <a:off x="521640" y="1076040"/>
            <a:ext cx="10818000" cy="5117040"/>
          </a:xfrm>
          <a:prstGeom prst="rect">
            <a:avLst/>
          </a:prstGeom>
          <a:noFill/>
          <a:ln w="0">
            <a:noFill/>
          </a:ln>
        </p:spPr>
        <p:style>
          <a:lnRef idx="0"/>
          <a:fillRef idx="0"/>
          <a:effectRef idx="0"/>
          <a:fontRef idx="minor"/>
        </p:style>
        <p:txBody>
          <a:bodyPr numCol="1" spcCol="0" lIns="90000" tIns="45000" rIns="90000" bIns="45000" anchor="ctr">
            <a:spAutoFit/>
          </a:bodyPr>
          <a:p>
            <a:pPr defTabSz="914400">
              <a:lnSpc>
                <a:spcPct val="100000"/>
              </a:lnSpc>
            </a:pPr>
            <a:endParaRPr lang="en-IN" sz="2000" b="0" u="none" strike="noStrike">
              <a:solidFill>
                <a:srgbClr val="000000"/>
              </a:solidFill>
              <a:effectLst/>
              <a:uFillTx/>
              <a:latin typeface="Arial"/>
            </a:endParaRPr>
          </a:p>
          <a:p>
            <a:pPr defTabSz="914400">
              <a:lnSpc>
                <a:spcPct val="100000"/>
              </a:lnSpc>
              <a:spcBef>
                <a:spcPts val="1191"/>
              </a:spcBef>
              <a:spcAft>
                <a:spcPts val="992"/>
              </a:spcAft>
            </a:pPr>
            <a:r>
              <a:rPr lang="en-US" sz="2200" b="1" u="sng" strike="noStrike">
                <a:solidFill>
                  <a:schemeClr val="dk1"/>
                </a:solidFill>
                <a:effectLst/>
                <a:uFillTx/>
                <a:latin typeface="Maiandra GD"/>
              </a:rPr>
              <a:t>Software / Library / Module Used:</a:t>
            </a:r>
            <a:endParaRPr lang="en-IN" sz="2200" b="0" u="none" strike="noStrike">
              <a:solidFill>
                <a:srgbClr val="000000"/>
              </a:solidFill>
              <a:effectLst/>
              <a:uFillTx/>
              <a:latin typeface="Arial"/>
            </a:endParaRPr>
          </a:p>
          <a:p>
            <a:pPr defTabSz="914400">
              <a:lnSpc>
                <a:spcPct val="100000"/>
              </a:lnSpc>
              <a:spcBef>
                <a:spcPts val="340"/>
              </a:spcBef>
              <a:spcAft>
                <a:spcPts val="142"/>
              </a:spcAft>
            </a:pPr>
            <a:r>
              <a:rPr lang="en-US" sz="2200" b="1" u="none" strike="noStrike">
                <a:solidFill>
                  <a:schemeClr val="dk1"/>
                </a:solidFill>
                <a:effectLst/>
                <a:uFillTx/>
                <a:latin typeface="Maiandra GD"/>
              </a:rPr>
              <a:t>• Mapping &amp; Routing:</a:t>
            </a:r>
            <a:r>
              <a:rPr lang="en-US" sz="2200" b="0" u="none" strike="noStrike">
                <a:solidFill>
                  <a:schemeClr val="dk1"/>
                </a:solidFill>
                <a:effectLst/>
                <a:uFillTx/>
                <a:latin typeface="Maiandra GD"/>
              </a:rPr>
              <a:t> OpenStreetMap and OSRM are used for location, distance, and route analysis</a:t>
            </a:r>
            <a:endParaRPr lang="en-IN" sz="2200" b="0" u="none" strike="noStrike">
              <a:solidFill>
                <a:srgbClr val="000000"/>
              </a:solidFill>
              <a:effectLst/>
              <a:uFillTx/>
              <a:latin typeface="Arial"/>
            </a:endParaRPr>
          </a:p>
          <a:p>
            <a:pPr defTabSz="914400">
              <a:lnSpc>
                <a:spcPct val="100000"/>
              </a:lnSpc>
              <a:spcBef>
                <a:spcPts val="340"/>
              </a:spcBef>
              <a:spcAft>
                <a:spcPts val="142"/>
              </a:spcAft>
            </a:pPr>
            <a:r>
              <a:rPr lang="en-US" sz="2200" b="1" u="none" strike="noStrike">
                <a:solidFill>
                  <a:schemeClr val="dk1"/>
                </a:solidFill>
                <a:effectLst/>
                <a:uFillTx/>
                <a:latin typeface="Maiandra GD"/>
              </a:rPr>
              <a:t>• Charging Station Data:</a:t>
            </a:r>
            <a:r>
              <a:rPr lang="en-US" sz="2200" b="0" u="none" strike="noStrike">
                <a:solidFill>
                  <a:schemeClr val="dk1"/>
                </a:solidFill>
                <a:effectLst/>
                <a:uFillTx/>
                <a:latin typeface="Maiandra GD"/>
              </a:rPr>
              <a:t> Open Charge Map is used to obtain charging-station information and availability</a:t>
            </a:r>
            <a:endParaRPr lang="en-IN" sz="2200" b="0" u="none" strike="noStrike">
              <a:solidFill>
                <a:srgbClr val="000000"/>
              </a:solidFill>
              <a:effectLst/>
              <a:uFillTx/>
              <a:latin typeface="Arial"/>
            </a:endParaRPr>
          </a:p>
          <a:p>
            <a:pPr defTabSz="914400">
              <a:lnSpc>
                <a:spcPct val="100000"/>
              </a:lnSpc>
              <a:spcBef>
                <a:spcPts val="340"/>
              </a:spcBef>
              <a:spcAft>
                <a:spcPts val="142"/>
              </a:spcAft>
            </a:pPr>
            <a:r>
              <a:rPr lang="en-US" sz="2200" b="1" u="none" strike="noStrike">
                <a:solidFill>
                  <a:schemeClr val="dk1"/>
                </a:solidFill>
                <a:effectLst/>
                <a:uFillTx/>
                <a:latin typeface="Maiandra GD"/>
              </a:rPr>
              <a:t>• Weather Data</a:t>
            </a:r>
            <a:r>
              <a:rPr lang="en-US" sz="2200" b="0" u="none" strike="noStrike">
                <a:solidFill>
                  <a:schemeClr val="dk1"/>
                </a:solidFill>
                <a:effectLst/>
                <a:uFillTx/>
                <a:latin typeface="Maiandra GD"/>
              </a:rPr>
              <a:t>: Open-Meteo is used to incorporate weather conditions into charging-demand analysis</a:t>
            </a:r>
            <a:endParaRPr lang="en-IN" sz="2200" b="0" u="none" strike="noStrike">
              <a:solidFill>
                <a:srgbClr val="000000"/>
              </a:solidFill>
              <a:effectLst/>
              <a:uFillTx/>
              <a:latin typeface="Arial"/>
            </a:endParaRPr>
          </a:p>
          <a:p>
            <a:pPr defTabSz="914400">
              <a:lnSpc>
                <a:spcPct val="100000"/>
              </a:lnSpc>
              <a:spcBef>
                <a:spcPts val="340"/>
              </a:spcBef>
              <a:spcAft>
                <a:spcPts val="142"/>
              </a:spcAft>
            </a:pPr>
            <a:r>
              <a:rPr lang="en-US" sz="2200" b="1" u="none" strike="noStrike">
                <a:solidFill>
                  <a:schemeClr val="dk1"/>
                </a:solidFill>
                <a:effectLst/>
                <a:uFillTx/>
                <a:latin typeface="Maiandra GD"/>
              </a:rPr>
              <a:t>• Agentic AI:</a:t>
            </a:r>
            <a:r>
              <a:rPr lang="en-US" sz="2200" b="0" u="none" strike="noStrike">
                <a:solidFill>
                  <a:schemeClr val="dk1"/>
                </a:solidFill>
                <a:effectLst/>
                <a:uFillTx/>
                <a:latin typeface="Maiandra GD"/>
              </a:rPr>
              <a:t> Used for intelligent decision-making, station selection, cost and energy optimization, and personalized charging recommendations</a:t>
            </a:r>
            <a:endParaRPr lang="en-IN" sz="2200" b="0" u="none" strike="noStrike">
              <a:solidFill>
                <a:srgbClr val="000000"/>
              </a:solidFill>
              <a:effectLst/>
              <a:uFillTx/>
              <a:latin typeface="Arial"/>
            </a:endParaRPr>
          </a:p>
          <a:p>
            <a:pPr defTabSz="914400">
              <a:lnSpc>
                <a:spcPct val="100000"/>
              </a:lnSpc>
              <a:spcBef>
                <a:spcPts val="340"/>
              </a:spcBef>
              <a:spcAft>
                <a:spcPts val="142"/>
              </a:spcAft>
            </a:pPr>
            <a:r>
              <a:rPr lang="en-US" sz="2200" b="1" u="none" strike="noStrike">
                <a:solidFill>
                  <a:schemeClr val="dk1"/>
                </a:solidFill>
                <a:effectLst/>
                <a:uFillTx/>
                <a:latin typeface="Maiandra GD"/>
              </a:rPr>
              <a:t>• Backend &amp; Database:</a:t>
            </a:r>
            <a:r>
              <a:rPr lang="en-US" sz="2200" b="0" u="none" strike="noStrike">
                <a:solidFill>
                  <a:schemeClr val="dk1"/>
                </a:solidFill>
                <a:effectLst/>
                <a:uFillTx/>
                <a:latin typeface="Maiandra GD"/>
              </a:rPr>
              <a:t> Flask with SQLite/MySQL for API services, data management, and system integration</a:t>
            </a:r>
            <a:endParaRPr lang="en-IN" sz="2200" b="0" u="none" strike="noStrike">
              <a:solidFill>
                <a:srgbClr val="000000"/>
              </a:solidFill>
              <a:effectLst/>
              <a:uFillTx/>
              <a:latin typeface="Arial"/>
            </a:endParaRPr>
          </a:p>
          <a:p>
            <a:pPr defTabSz="914400">
              <a:lnSpc>
                <a:spcPct val="100000"/>
              </a:lnSpc>
              <a:spcBef>
                <a:spcPts val="907"/>
              </a:spcBef>
              <a:spcAft>
                <a:spcPts val="709"/>
              </a:spcAft>
            </a:pPr>
            <a:endParaRPr lang="en-IN" sz="2200" b="0" u="none" strike="noStrike">
              <a:solidFill>
                <a:srgbClr val="000000"/>
              </a:solidFill>
              <a:effectLst/>
              <a:uFillTx/>
              <a:latin typeface="Arial"/>
            </a:endParaRPr>
          </a:p>
        </p:txBody>
      </p:sp>
      <p:sp>
        <p:nvSpPr>
          <p:cNvPr id="142" name="TextBox 9"/>
          <p:cNvSpPr/>
          <p:nvPr/>
        </p:nvSpPr>
        <p:spPr>
          <a:xfrm>
            <a:off x="2146320" y="700920"/>
            <a:ext cx="8419680" cy="12477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IN" sz="4400" b="1" u="sng" strike="noStrike">
                <a:solidFill>
                  <a:schemeClr val="dk1"/>
                </a:solidFill>
                <a:effectLst/>
                <a:uFillTx/>
                <a:latin typeface="Maiandra GD"/>
              </a:rPr>
              <a:t>Conti..</a:t>
            </a:r>
            <a:endParaRPr lang="en-IN" sz="4400" b="0" u="none" strike="noStrike">
              <a:solidFill>
                <a:srgbClr val="000000"/>
              </a:solidFill>
              <a:effectLst/>
              <a:uFillTx/>
              <a:latin typeface="Arial"/>
            </a:endParaRPr>
          </a:p>
          <a:p>
            <a:pPr defTabSz="914400">
              <a:lnSpc>
                <a:spcPct val="100000"/>
              </a:lnSpc>
            </a:pPr>
            <a:endParaRPr lang="en-IN" sz="3200" b="0" u="none" strike="noStrike">
              <a:solidFill>
                <a:srgbClr val="000000"/>
              </a:solidFill>
              <a:effectLst/>
              <a:uFillTx/>
              <a:latin typeface="Arial"/>
            </a:endParaRPr>
          </a:p>
        </p:txBody>
      </p:sp>
      <p:grpSp>
        <p:nvGrpSpPr>
          <p:cNvPr id="143" name="object 46"/>
          <p:cNvGrpSpPr/>
          <p:nvPr/>
        </p:nvGrpSpPr>
        <p:grpSpPr>
          <a:xfrm>
            <a:off x="360" y="-61560"/>
            <a:ext cx="12191040" cy="867240"/>
            <a:chOff x="360" y="-61560"/>
            <a:chExt cx="12191040" cy="867240"/>
          </a:xfrm>
        </p:grpSpPr>
        <p:pic>
          <p:nvPicPr>
            <p:cNvPr id="144" name="object 47"/>
            <p:cNvPicPr/>
            <p:nvPr/>
          </p:nvPicPr>
          <p:blipFill>
            <a:blip r:embed="rId1"/>
            <a:stretch/>
          </p:blipFill>
          <p:spPr>
            <a:xfrm>
              <a:off x="14040" y="-61560"/>
              <a:ext cx="12177360" cy="800280"/>
            </a:xfrm>
            <a:prstGeom prst="rect">
              <a:avLst/>
            </a:prstGeom>
            <a:noFill/>
            <a:ln w="0">
              <a:noFill/>
            </a:ln>
          </p:spPr>
        </p:pic>
        <p:pic>
          <p:nvPicPr>
            <p:cNvPr id="145" name="object 48"/>
            <p:cNvPicPr/>
            <p:nvPr/>
          </p:nvPicPr>
          <p:blipFill>
            <a:blip r:embed="rId2"/>
            <a:stretch/>
          </p:blipFill>
          <p:spPr>
            <a:xfrm>
              <a:off x="360" y="-54720"/>
              <a:ext cx="953280" cy="860400"/>
            </a:xfrm>
            <a:prstGeom prst="rect">
              <a:avLst/>
            </a:prstGeom>
            <a:noFill/>
            <a:ln w="0">
              <a:noFill/>
            </a:ln>
          </p:spPr>
        </p:pic>
      </p:grpSp>
      <p:sp>
        <p:nvSpPr>
          <p:cNvPr id="146" name="Rectangle 30"/>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147" name="Picture 15" descr="ppt-2.jpg"/>
          <p:cNvPicPr/>
          <p:nvPr/>
        </p:nvPicPr>
        <p:blipFill>
          <a:blip r:embed="rId3"/>
          <a:stretch/>
        </p:blipFill>
        <p:spPr>
          <a:xfrm>
            <a:off x="762480" y="6324120"/>
            <a:ext cx="11428920" cy="520920"/>
          </a:xfrm>
          <a:prstGeom prst="rect">
            <a:avLst/>
          </a:prstGeom>
          <a:noFill/>
          <a:ln w="9525">
            <a:noFill/>
          </a:ln>
        </p:spPr>
      </p:pic>
      <p:sp>
        <p:nvSpPr>
          <p:cNvPr id="148" name="Rectangle 31"/>
          <p:cNvSpPr/>
          <p:nvPr/>
        </p:nvSpPr>
        <p:spPr>
          <a:xfrm>
            <a:off x="17208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TextBox 10"/>
          <p:cNvSpPr/>
          <p:nvPr/>
        </p:nvSpPr>
        <p:spPr>
          <a:xfrm>
            <a:off x="1346040" y="641520"/>
            <a:ext cx="9002160" cy="7599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4400" b="1" u="sng" strike="noStrike">
                <a:solidFill>
                  <a:schemeClr val="dk1"/>
                </a:solidFill>
                <a:effectLst/>
                <a:uFillTx/>
                <a:latin typeface="Maiandra GD"/>
              </a:rPr>
              <a:t>Results</a:t>
            </a:r>
            <a:endParaRPr lang="en-IN" sz="4400" b="0" u="none" strike="noStrike">
              <a:solidFill>
                <a:srgbClr val="000000"/>
              </a:solidFill>
              <a:effectLst/>
              <a:uFillTx/>
              <a:latin typeface="Arial"/>
            </a:endParaRPr>
          </a:p>
        </p:txBody>
      </p:sp>
      <p:grpSp>
        <p:nvGrpSpPr>
          <p:cNvPr id="150" name="object 49"/>
          <p:cNvGrpSpPr/>
          <p:nvPr/>
        </p:nvGrpSpPr>
        <p:grpSpPr>
          <a:xfrm>
            <a:off x="360" y="-61560"/>
            <a:ext cx="12191040" cy="867240"/>
            <a:chOff x="360" y="-61560"/>
            <a:chExt cx="12191040" cy="867240"/>
          </a:xfrm>
        </p:grpSpPr>
        <p:pic>
          <p:nvPicPr>
            <p:cNvPr id="151" name="object 50"/>
            <p:cNvPicPr/>
            <p:nvPr/>
          </p:nvPicPr>
          <p:blipFill>
            <a:blip r:embed="rId1"/>
            <a:stretch/>
          </p:blipFill>
          <p:spPr>
            <a:xfrm>
              <a:off x="14040" y="-61560"/>
              <a:ext cx="12177360" cy="800280"/>
            </a:xfrm>
            <a:prstGeom prst="rect">
              <a:avLst/>
            </a:prstGeom>
            <a:noFill/>
            <a:ln w="0">
              <a:noFill/>
            </a:ln>
          </p:spPr>
        </p:pic>
        <p:pic>
          <p:nvPicPr>
            <p:cNvPr id="152" name="object 51"/>
            <p:cNvPicPr/>
            <p:nvPr/>
          </p:nvPicPr>
          <p:blipFill>
            <a:blip r:embed="rId2"/>
            <a:stretch/>
          </p:blipFill>
          <p:spPr>
            <a:xfrm>
              <a:off x="360" y="-54720"/>
              <a:ext cx="953280" cy="860400"/>
            </a:xfrm>
            <a:prstGeom prst="rect">
              <a:avLst/>
            </a:prstGeom>
            <a:noFill/>
            <a:ln w="0">
              <a:noFill/>
            </a:ln>
          </p:spPr>
        </p:pic>
      </p:grpSp>
      <p:sp>
        <p:nvSpPr>
          <p:cNvPr id="153" name="Rectangle 33"/>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154" name="Picture 16" descr="ppt-2.jpg"/>
          <p:cNvPicPr/>
          <p:nvPr/>
        </p:nvPicPr>
        <p:blipFill>
          <a:blip r:embed="rId3"/>
          <a:stretch/>
        </p:blipFill>
        <p:spPr>
          <a:xfrm>
            <a:off x="762480" y="6324120"/>
            <a:ext cx="11428920" cy="520920"/>
          </a:xfrm>
          <a:prstGeom prst="rect">
            <a:avLst/>
          </a:prstGeom>
          <a:noFill/>
          <a:ln w="9525">
            <a:noFill/>
          </a:ln>
        </p:spPr>
      </p:pic>
      <p:sp>
        <p:nvSpPr>
          <p:cNvPr id="155" name="Rectangle 34"/>
          <p:cNvSpPr/>
          <p:nvPr/>
        </p:nvSpPr>
        <p:spPr>
          <a:xfrm>
            <a:off x="17208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
        <p:nvSpPr>
          <p:cNvPr id="156" name=""/>
          <p:cNvSpPr/>
          <p:nvPr/>
        </p:nvSpPr>
        <p:spPr>
          <a:xfrm>
            <a:off x="0" y="1222200"/>
            <a:ext cx="11986920" cy="5617800"/>
          </a:xfrm>
          <a:prstGeom prst="rect">
            <a:avLst/>
          </a:prstGeom>
          <a:noFill/>
          <a:ln w="0">
            <a:noFill/>
          </a:ln>
        </p:spPr>
        <p:style>
          <a:lnRef idx="0"/>
          <a:fillRef idx="0"/>
          <a:effectRef idx="0"/>
          <a:fontRef idx="minor"/>
        </p:style>
        <p:txBody>
          <a:bodyPr lIns="90000" tIns="45000" rIns="90000" bIns="45000" anchor="t">
            <a:spAutoFit/>
          </a:bodyPr>
          <a:p>
            <a:pPr>
              <a:lnSpc>
                <a:spcPct val="150000"/>
              </a:lnSpc>
            </a:pPr>
            <a:r>
              <a:rPr lang="en-US" sz="2200" b="0" u="none" strike="noStrike">
                <a:solidFill>
                  <a:schemeClr val="dk1"/>
                </a:solidFill>
                <a:effectLst/>
                <a:uFillTx/>
                <a:latin typeface="Maiandra GD"/>
              </a:rPr>
              <a:t>• Successfully collected and preprocessed EV and charging-station data for analysis and recommendation.</a:t>
            </a:r>
            <a:endParaRPr lang="en-IN" sz="2200" b="0" u="none" strike="noStrike">
              <a:solidFill>
                <a:srgbClr val="000000"/>
              </a:solidFill>
              <a:effectLst/>
              <a:uFillTx/>
              <a:latin typeface="Arial"/>
            </a:endParaRPr>
          </a:p>
          <a:p>
            <a:pPr>
              <a:lnSpc>
                <a:spcPct val="150000"/>
              </a:lnSpc>
            </a:pPr>
            <a:r>
              <a:rPr lang="en-US" sz="2200" b="0" u="none" strike="noStrike">
                <a:solidFill>
                  <a:schemeClr val="dk1"/>
                </a:solidFill>
                <a:effectLst/>
                <a:uFillTx/>
                <a:latin typeface="Maiandra GD"/>
              </a:rPr>
              <a:t>• Predicted charging demand using battery status, travel distance, charging patterns, and other relevant parameters.</a:t>
            </a:r>
            <a:endParaRPr lang="en-IN" sz="2200" b="0" u="none" strike="noStrike">
              <a:solidFill>
                <a:srgbClr val="000000"/>
              </a:solidFill>
              <a:effectLst/>
              <a:uFillTx/>
              <a:latin typeface="Arial"/>
            </a:endParaRPr>
          </a:p>
          <a:p>
            <a:pPr>
              <a:lnSpc>
                <a:spcPct val="150000"/>
              </a:lnSpc>
            </a:pPr>
            <a:r>
              <a:rPr lang="en-US" sz="2200" b="0" u="none" strike="noStrike">
                <a:solidFill>
                  <a:schemeClr val="dk1"/>
                </a:solidFill>
                <a:effectLst/>
                <a:uFillTx/>
                <a:latin typeface="Maiandra GD"/>
              </a:rPr>
              <a:t>• Identified suitable charging stations based on distance, charger availability, charging speed, and station status.</a:t>
            </a:r>
            <a:endParaRPr lang="en-IN" sz="2200" b="0" u="none" strike="noStrike">
              <a:solidFill>
                <a:srgbClr val="000000"/>
              </a:solidFill>
              <a:effectLst/>
              <a:uFillTx/>
              <a:latin typeface="Arial"/>
            </a:endParaRPr>
          </a:p>
          <a:p>
            <a:pPr>
              <a:lnSpc>
                <a:spcPct val="150000"/>
              </a:lnSpc>
            </a:pPr>
            <a:r>
              <a:rPr lang="en-US" sz="2200" b="0" u="none" strike="noStrike">
                <a:solidFill>
                  <a:schemeClr val="dk1"/>
                </a:solidFill>
                <a:effectLst/>
                <a:uFillTx/>
                <a:latin typeface="Maiandra GD"/>
              </a:rPr>
              <a:t>• Optimized charging station and charging time by considering user requirements, estimated charging duration, cost, and energy consumption.</a:t>
            </a:r>
            <a:endParaRPr lang="en-IN" sz="2200" b="0" u="none" strike="noStrike">
              <a:solidFill>
                <a:srgbClr val="000000"/>
              </a:solidFill>
              <a:effectLst/>
              <a:uFillTx/>
              <a:latin typeface="Arial"/>
            </a:endParaRPr>
          </a:p>
          <a:p>
            <a:pPr>
              <a:lnSpc>
                <a:spcPct val="150000"/>
              </a:lnSpc>
            </a:pPr>
            <a:r>
              <a:rPr lang="en-US" sz="2200" b="0" u="none" strike="noStrike">
                <a:solidFill>
                  <a:schemeClr val="dk1"/>
                </a:solidFill>
                <a:effectLst/>
                <a:uFillTx/>
                <a:latin typeface="Maiandra GD"/>
              </a:rPr>
              <a:t>• Agentic AI generated personalized charging recommendations by evaluating multiple factors and selecting an appropriate charging strategy.</a:t>
            </a:r>
            <a:endParaRPr lang="en-IN" sz="2200" b="0" u="none" strike="noStrike">
              <a:solidFill>
                <a:srgbClr val="000000"/>
              </a:solidFill>
              <a:effectLst/>
              <a:uFillTx/>
              <a:latin typeface="Arial"/>
            </a:endParaRPr>
          </a:p>
          <a:p>
            <a:pPr>
              <a:lnSpc>
                <a:spcPct val="150000"/>
              </a:lnSpc>
            </a:pPr>
            <a:endParaRPr lang="en-IN"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TextBox 11"/>
          <p:cNvSpPr/>
          <p:nvPr/>
        </p:nvSpPr>
        <p:spPr>
          <a:xfrm>
            <a:off x="1346040" y="641520"/>
            <a:ext cx="9002160" cy="12477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IN" sz="4400" b="1" u="sng" strike="noStrike">
                <a:solidFill>
                  <a:schemeClr val="dk1"/>
                </a:solidFill>
                <a:effectLst/>
                <a:uFillTx/>
                <a:latin typeface="Maiandra GD"/>
              </a:rPr>
              <a:t>Conti..</a:t>
            </a:r>
            <a:endParaRPr lang="en-IN" sz="4400" b="0" u="none" strike="noStrike">
              <a:solidFill>
                <a:srgbClr val="000000"/>
              </a:solidFill>
              <a:effectLst/>
              <a:uFillTx/>
              <a:latin typeface="Arial"/>
            </a:endParaRPr>
          </a:p>
          <a:p>
            <a:pPr defTabSz="914400">
              <a:lnSpc>
                <a:spcPct val="100000"/>
              </a:lnSpc>
            </a:pPr>
            <a:endParaRPr lang="en-IN" sz="3200" b="0" u="none" strike="noStrike">
              <a:solidFill>
                <a:srgbClr val="000000"/>
              </a:solidFill>
              <a:effectLst/>
              <a:uFillTx/>
              <a:latin typeface="Arial"/>
            </a:endParaRPr>
          </a:p>
        </p:txBody>
      </p:sp>
      <p:grpSp>
        <p:nvGrpSpPr>
          <p:cNvPr id="158" name="object 52"/>
          <p:cNvGrpSpPr/>
          <p:nvPr/>
        </p:nvGrpSpPr>
        <p:grpSpPr>
          <a:xfrm>
            <a:off x="360" y="-61560"/>
            <a:ext cx="12191040" cy="867240"/>
            <a:chOff x="360" y="-61560"/>
            <a:chExt cx="12191040" cy="867240"/>
          </a:xfrm>
        </p:grpSpPr>
        <p:pic>
          <p:nvPicPr>
            <p:cNvPr id="159" name="object 53"/>
            <p:cNvPicPr/>
            <p:nvPr/>
          </p:nvPicPr>
          <p:blipFill>
            <a:blip r:embed="rId1"/>
            <a:stretch/>
          </p:blipFill>
          <p:spPr>
            <a:xfrm>
              <a:off x="14040" y="-61560"/>
              <a:ext cx="12177360" cy="800280"/>
            </a:xfrm>
            <a:prstGeom prst="rect">
              <a:avLst/>
            </a:prstGeom>
            <a:noFill/>
            <a:ln w="0">
              <a:noFill/>
            </a:ln>
          </p:spPr>
        </p:pic>
        <p:pic>
          <p:nvPicPr>
            <p:cNvPr id="160" name="object 54"/>
            <p:cNvPicPr/>
            <p:nvPr/>
          </p:nvPicPr>
          <p:blipFill>
            <a:blip r:embed="rId2"/>
            <a:stretch/>
          </p:blipFill>
          <p:spPr>
            <a:xfrm>
              <a:off x="360" y="-54720"/>
              <a:ext cx="953280" cy="860400"/>
            </a:xfrm>
            <a:prstGeom prst="rect">
              <a:avLst/>
            </a:prstGeom>
            <a:noFill/>
            <a:ln w="0">
              <a:noFill/>
            </a:ln>
          </p:spPr>
        </p:pic>
      </p:grpSp>
      <p:sp>
        <p:nvSpPr>
          <p:cNvPr id="161" name="Rectangle 35"/>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162" name="Picture 17" descr="ppt-2.jpg"/>
          <p:cNvPicPr/>
          <p:nvPr/>
        </p:nvPicPr>
        <p:blipFill>
          <a:blip r:embed="rId3"/>
          <a:stretch/>
        </p:blipFill>
        <p:spPr>
          <a:xfrm>
            <a:off x="762480" y="6324120"/>
            <a:ext cx="11428920" cy="520920"/>
          </a:xfrm>
          <a:prstGeom prst="rect">
            <a:avLst/>
          </a:prstGeom>
          <a:noFill/>
          <a:ln w="9525">
            <a:noFill/>
          </a:ln>
        </p:spPr>
      </p:pic>
      <p:sp>
        <p:nvSpPr>
          <p:cNvPr id="163" name="Rectangle 36"/>
          <p:cNvSpPr/>
          <p:nvPr/>
        </p:nvSpPr>
        <p:spPr>
          <a:xfrm>
            <a:off x="17208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
        <p:nvSpPr>
          <p:cNvPr id="164" name=""/>
          <p:cNvSpPr/>
          <p:nvPr/>
        </p:nvSpPr>
        <p:spPr>
          <a:xfrm>
            <a:off x="84960" y="1620000"/>
            <a:ext cx="11986920" cy="3105000"/>
          </a:xfrm>
          <a:prstGeom prst="rect">
            <a:avLst/>
          </a:prstGeom>
          <a:noFill/>
          <a:ln w="0">
            <a:noFill/>
          </a:ln>
        </p:spPr>
        <p:style>
          <a:lnRef idx="0"/>
          <a:fillRef idx="0"/>
          <a:effectRef idx="0"/>
          <a:fontRef idx="minor"/>
        </p:style>
        <p:txBody>
          <a:bodyPr lIns="90000" tIns="45000" rIns="90000" bIns="45000" anchor="t">
            <a:spAutoFit/>
          </a:bodyPr>
          <a:p>
            <a:pPr>
              <a:lnSpc>
                <a:spcPct val="150000"/>
              </a:lnSpc>
            </a:pPr>
            <a:r>
              <a:rPr lang="en-US" sz="2200" b="0" u="none" strike="noStrike">
                <a:solidFill>
                  <a:schemeClr val="dk1"/>
                </a:solidFill>
                <a:effectLst/>
                <a:uFillTx/>
                <a:latin typeface="Maiandra GD"/>
              </a:rPr>
              <a:t>• The system demonstrates the complete workflow: EV &amp; User Input → Battery Analysis → Station Data → Demand Prediction → AI Optimization → Personalized Recommendation → Real-Time Monitoring.</a:t>
            </a:r>
            <a:endParaRPr lang="en-IN" sz="2200" b="0" u="none" strike="noStrike">
              <a:solidFill>
                <a:srgbClr val="000000"/>
              </a:solidFill>
              <a:effectLst/>
              <a:uFillTx/>
              <a:latin typeface="Arial"/>
            </a:endParaRPr>
          </a:p>
          <a:p>
            <a:pPr>
              <a:lnSpc>
                <a:spcPct val="150000"/>
              </a:lnSpc>
            </a:pPr>
            <a:r>
              <a:rPr lang="en-US" sz="2200" b="0" u="none" strike="noStrike">
                <a:solidFill>
                  <a:schemeClr val="dk1"/>
                </a:solidFill>
                <a:effectLst/>
                <a:uFillTx/>
                <a:latin typeface="Maiandra GD"/>
              </a:rPr>
              <a:t>• The proposed system reduces manual decision-making by providing intelligent, data-driven recommendations for efficient and convenient EV charging.</a:t>
            </a:r>
            <a:endParaRPr lang="en-IN" sz="2200" b="0" u="none" strike="noStrike">
              <a:solidFill>
                <a:srgbClr val="000000"/>
              </a:solidFill>
              <a:effectLst/>
              <a:uFillTx/>
              <a:latin typeface="Arial"/>
            </a:endParaRPr>
          </a:p>
          <a:p>
            <a:pPr>
              <a:lnSpc>
                <a:spcPct val="150000"/>
              </a:lnSpc>
            </a:pPr>
            <a:endParaRPr lang="en-IN"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TextBox 12"/>
          <p:cNvSpPr/>
          <p:nvPr/>
        </p:nvSpPr>
        <p:spPr>
          <a:xfrm>
            <a:off x="893520" y="739800"/>
            <a:ext cx="10745640" cy="7599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4400" b="1" u="none" strike="noStrike">
                <a:solidFill>
                  <a:schemeClr val="dk1"/>
                </a:solidFill>
                <a:effectLst/>
                <a:uFillTx/>
                <a:latin typeface="Maiandra GD"/>
              </a:rPr>
              <a:t>Output(Screen Shot)</a:t>
            </a:r>
            <a:endParaRPr lang="en-IN" sz="4400" b="0" u="none" strike="noStrike">
              <a:solidFill>
                <a:srgbClr val="000000"/>
              </a:solidFill>
              <a:effectLst/>
              <a:uFillTx/>
              <a:latin typeface="Arial"/>
            </a:endParaRPr>
          </a:p>
        </p:txBody>
      </p:sp>
      <p:grpSp>
        <p:nvGrpSpPr>
          <p:cNvPr id="166" name="object 55"/>
          <p:cNvGrpSpPr/>
          <p:nvPr/>
        </p:nvGrpSpPr>
        <p:grpSpPr>
          <a:xfrm>
            <a:off x="360" y="-61560"/>
            <a:ext cx="12191040" cy="867240"/>
            <a:chOff x="360" y="-61560"/>
            <a:chExt cx="12191040" cy="867240"/>
          </a:xfrm>
        </p:grpSpPr>
        <p:pic>
          <p:nvPicPr>
            <p:cNvPr id="167" name="object 56"/>
            <p:cNvPicPr/>
            <p:nvPr/>
          </p:nvPicPr>
          <p:blipFill>
            <a:blip r:embed="rId1"/>
            <a:stretch/>
          </p:blipFill>
          <p:spPr>
            <a:xfrm>
              <a:off x="14040" y="-61560"/>
              <a:ext cx="12177360" cy="800280"/>
            </a:xfrm>
            <a:prstGeom prst="rect">
              <a:avLst/>
            </a:prstGeom>
            <a:noFill/>
            <a:ln w="0">
              <a:noFill/>
            </a:ln>
          </p:spPr>
        </p:pic>
        <p:pic>
          <p:nvPicPr>
            <p:cNvPr id="168" name="object 57"/>
            <p:cNvPicPr/>
            <p:nvPr/>
          </p:nvPicPr>
          <p:blipFill>
            <a:blip r:embed="rId2"/>
            <a:stretch/>
          </p:blipFill>
          <p:spPr>
            <a:xfrm>
              <a:off x="360" y="-54720"/>
              <a:ext cx="953280" cy="860400"/>
            </a:xfrm>
            <a:prstGeom prst="rect">
              <a:avLst/>
            </a:prstGeom>
            <a:noFill/>
            <a:ln w="0">
              <a:noFill/>
            </a:ln>
          </p:spPr>
        </p:pic>
      </p:grpSp>
      <p:sp>
        <p:nvSpPr>
          <p:cNvPr id="169" name="Rectangle 32"/>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170" name="Picture 18" descr="ppt-2.jpg"/>
          <p:cNvPicPr/>
          <p:nvPr/>
        </p:nvPicPr>
        <p:blipFill>
          <a:blip r:embed="rId3"/>
          <a:stretch/>
        </p:blipFill>
        <p:spPr>
          <a:xfrm>
            <a:off x="762480" y="6324120"/>
            <a:ext cx="11428920" cy="520920"/>
          </a:xfrm>
          <a:prstGeom prst="rect">
            <a:avLst/>
          </a:prstGeom>
          <a:noFill/>
          <a:ln w="9525">
            <a:noFill/>
          </a:ln>
        </p:spPr>
      </p:pic>
      <p:sp>
        <p:nvSpPr>
          <p:cNvPr id="171" name="Rectangle 37"/>
          <p:cNvSpPr/>
          <p:nvPr/>
        </p:nvSpPr>
        <p:spPr>
          <a:xfrm>
            <a:off x="17208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pic>
        <p:nvPicPr>
          <p:cNvPr id="172" name=""/>
          <p:cNvPicPr/>
          <p:nvPr/>
        </p:nvPicPr>
        <p:blipFill>
          <a:blip r:embed="rId4"/>
          <a:stretch/>
        </p:blipFill>
        <p:spPr>
          <a:xfrm>
            <a:off x="1800000" y="1647360"/>
            <a:ext cx="9474120" cy="465228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TextBox 18"/>
          <p:cNvSpPr/>
          <p:nvPr/>
        </p:nvSpPr>
        <p:spPr>
          <a:xfrm>
            <a:off x="893520" y="739800"/>
            <a:ext cx="10745640" cy="12477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IN" sz="4400" b="1" u="sng" strike="noStrike">
                <a:solidFill>
                  <a:schemeClr val="dk1"/>
                </a:solidFill>
                <a:effectLst/>
                <a:uFillTx/>
                <a:latin typeface="Maiandra GD"/>
              </a:rPr>
              <a:t>Conti..</a:t>
            </a:r>
            <a:endParaRPr lang="en-IN" sz="4400" b="0" u="none" strike="noStrike">
              <a:solidFill>
                <a:srgbClr val="000000"/>
              </a:solidFill>
              <a:effectLst/>
              <a:uFillTx/>
              <a:latin typeface="Arial"/>
            </a:endParaRPr>
          </a:p>
          <a:p>
            <a:pPr defTabSz="914400">
              <a:lnSpc>
                <a:spcPct val="100000"/>
              </a:lnSpc>
            </a:pPr>
            <a:endParaRPr lang="en-IN" sz="3200" b="0" u="none" strike="noStrike">
              <a:solidFill>
                <a:srgbClr val="000000"/>
              </a:solidFill>
              <a:effectLst/>
              <a:uFillTx/>
              <a:latin typeface="Arial"/>
            </a:endParaRPr>
          </a:p>
        </p:txBody>
      </p:sp>
      <p:grpSp>
        <p:nvGrpSpPr>
          <p:cNvPr id="174" name="object 73"/>
          <p:cNvGrpSpPr/>
          <p:nvPr/>
        </p:nvGrpSpPr>
        <p:grpSpPr>
          <a:xfrm>
            <a:off x="360" y="-61560"/>
            <a:ext cx="12191040" cy="867240"/>
            <a:chOff x="360" y="-61560"/>
            <a:chExt cx="12191040" cy="867240"/>
          </a:xfrm>
        </p:grpSpPr>
        <p:pic>
          <p:nvPicPr>
            <p:cNvPr id="175" name="object 74"/>
            <p:cNvPicPr/>
            <p:nvPr/>
          </p:nvPicPr>
          <p:blipFill>
            <a:blip r:embed="rId1"/>
            <a:stretch/>
          </p:blipFill>
          <p:spPr>
            <a:xfrm>
              <a:off x="14040" y="-61560"/>
              <a:ext cx="12177360" cy="800280"/>
            </a:xfrm>
            <a:prstGeom prst="rect">
              <a:avLst/>
            </a:prstGeom>
            <a:noFill/>
            <a:ln w="0">
              <a:noFill/>
            </a:ln>
          </p:spPr>
        </p:pic>
        <p:pic>
          <p:nvPicPr>
            <p:cNvPr id="176" name="object 75"/>
            <p:cNvPicPr/>
            <p:nvPr/>
          </p:nvPicPr>
          <p:blipFill>
            <a:blip r:embed="rId2"/>
            <a:stretch/>
          </p:blipFill>
          <p:spPr>
            <a:xfrm>
              <a:off x="360" y="-54720"/>
              <a:ext cx="953280" cy="860400"/>
            </a:xfrm>
            <a:prstGeom prst="rect">
              <a:avLst/>
            </a:prstGeom>
            <a:noFill/>
            <a:ln w="0">
              <a:noFill/>
            </a:ln>
          </p:spPr>
        </p:pic>
      </p:grpSp>
      <p:sp>
        <p:nvSpPr>
          <p:cNvPr id="177" name="Rectangle 49"/>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178" name="Picture 24" descr="ppt-2.jpg"/>
          <p:cNvPicPr/>
          <p:nvPr/>
        </p:nvPicPr>
        <p:blipFill>
          <a:blip r:embed="rId3"/>
          <a:stretch/>
        </p:blipFill>
        <p:spPr>
          <a:xfrm>
            <a:off x="762480" y="6324120"/>
            <a:ext cx="11428920" cy="520920"/>
          </a:xfrm>
          <a:prstGeom prst="rect">
            <a:avLst/>
          </a:prstGeom>
          <a:noFill/>
          <a:ln w="9525">
            <a:noFill/>
          </a:ln>
        </p:spPr>
      </p:pic>
      <p:sp>
        <p:nvSpPr>
          <p:cNvPr id="179" name="Rectangle 50"/>
          <p:cNvSpPr/>
          <p:nvPr/>
        </p:nvSpPr>
        <p:spPr>
          <a:xfrm>
            <a:off x="17208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pic>
        <p:nvPicPr>
          <p:cNvPr id="180" name=""/>
          <p:cNvPicPr/>
          <p:nvPr/>
        </p:nvPicPr>
        <p:blipFill>
          <a:blip r:embed="rId4"/>
          <a:stretch/>
        </p:blipFill>
        <p:spPr>
          <a:xfrm>
            <a:off x="1800000" y="1526040"/>
            <a:ext cx="9359640" cy="459360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TextBox 19"/>
          <p:cNvSpPr/>
          <p:nvPr/>
        </p:nvSpPr>
        <p:spPr>
          <a:xfrm>
            <a:off x="893520" y="739800"/>
            <a:ext cx="10745640" cy="12477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IN" sz="4400" b="1" u="sng" strike="noStrike">
                <a:solidFill>
                  <a:schemeClr val="dk1"/>
                </a:solidFill>
                <a:effectLst/>
                <a:uFillTx/>
                <a:latin typeface="Maiandra GD"/>
              </a:rPr>
              <a:t>Conti..</a:t>
            </a:r>
            <a:endParaRPr lang="en-IN" sz="4400" b="0" u="none" strike="noStrike">
              <a:solidFill>
                <a:srgbClr val="000000"/>
              </a:solidFill>
              <a:effectLst/>
              <a:uFillTx/>
              <a:latin typeface="Arial"/>
            </a:endParaRPr>
          </a:p>
          <a:p>
            <a:pPr defTabSz="914400">
              <a:lnSpc>
                <a:spcPct val="100000"/>
              </a:lnSpc>
            </a:pPr>
            <a:endParaRPr lang="en-IN" sz="3200" b="0" u="none" strike="noStrike">
              <a:solidFill>
                <a:srgbClr val="000000"/>
              </a:solidFill>
              <a:effectLst/>
              <a:uFillTx/>
              <a:latin typeface="Arial"/>
            </a:endParaRPr>
          </a:p>
        </p:txBody>
      </p:sp>
      <p:grpSp>
        <p:nvGrpSpPr>
          <p:cNvPr id="182" name="object 76"/>
          <p:cNvGrpSpPr/>
          <p:nvPr/>
        </p:nvGrpSpPr>
        <p:grpSpPr>
          <a:xfrm>
            <a:off x="360" y="-61560"/>
            <a:ext cx="12191040" cy="867240"/>
            <a:chOff x="360" y="-61560"/>
            <a:chExt cx="12191040" cy="867240"/>
          </a:xfrm>
        </p:grpSpPr>
        <p:pic>
          <p:nvPicPr>
            <p:cNvPr id="183" name="object 77"/>
            <p:cNvPicPr/>
            <p:nvPr/>
          </p:nvPicPr>
          <p:blipFill>
            <a:blip r:embed="rId1"/>
            <a:stretch/>
          </p:blipFill>
          <p:spPr>
            <a:xfrm>
              <a:off x="14040" y="-61560"/>
              <a:ext cx="12177360" cy="800280"/>
            </a:xfrm>
            <a:prstGeom prst="rect">
              <a:avLst/>
            </a:prstGeom>
            <a:noFill/>
            <a:ln w="0">
              <a:noFill/>
            </a:ln>
          </p:spPr>
        </p:pic>
        <p:pic>
          <p:nvPicPr>
            <p:cNvPr id="184" name="object 78"/>
            <p:cNvPicPr/>
            <p:nvPr/>
          </p:nvPicPr>
          <p:blipFill>
            <a:blip r:embed="rId2"/>
            <a:stretch/>
          </p:blipFill>
          <p:spPr>
            <a:xfrm>
              <a:off x="360" y="-54720"/>
              <a:ext cx="953280" cy="860400"/>
            </a:xfrm>
            <a:prstGeom prst="rect">
              <a:avLst/>
            </a:prstGeom>
            <a:noFill/>
            <a:ln w="0">
              <a:noFill/>
            </a:ln>
          </p:spPr>
        </p:pic>
      </p:grpSp>
      <p:sp>
        <p:nvSpPr>
          <p:cNvPr id="185" name="Rectangle 51"/>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186" name="Picture 25" descr="ppt-2.jpg"/>
          <p:cNvPicPr/>
          <p:nvPr/>
        </p:nvPicPr>
        <p:blipFill>
          <a:blip r:embed="rId3"/>
          <a:stretch/>
        </p:blipFill>
        <p:spPr>
          <a:xfrm>
            <a:off x="762480" y="6324120"/>
            <a:ext cx="11428920" cy="520920"/>
          </a:xfrm>
          <a:prstGeom prst="rect">
            <a:avLst/>
          </a:prstGeom>
          <a:noFill/>
          <a:ln w="9525">
            <a:noFill/>
          </a:ln>
        </p:spPr>
      </p:pic>
      <p:sp>
        <p:nvSpPr>
          <p:cNvPr id="187" name="Rectangle 52"/>
          <p:cNvSpPr/>
          <p:nvPr/>
        </p:nvSpPr>
        <p:spPr>
          <a:xfrm>
            <a:off x="17208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pic>
        <p:nvPicPr>
          <p:cNvPr id="188" name=""/>
          <p:cNvPicPr/>
          <p:nvPr/>
        </p:nvPicPr>
        <p:blipFill>
          <a:blip r:embed="rId4"/>
          <a:stretch/>
        </p:blipFill>
        <p:spPr>
          <a:xfrm>
            <a:off x="1564560" y="1532880"/>
            <a:ext cx="9415080" cy="458676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TextBox 20"/>
          <p:cNvSpPr/>
          <p:nvPr/>
        </p:nvSpPr>
        <p:spPr>
          <a:xfrm>
            <a:off x="893520" y="739800"/>
            <a:ext cx="10745640" cy="12477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IN" sz="4400" b="1" u="sng" strike="noStrike">
                <a:solidFill>
                  <a:schemeClr val="dk1"/>
                </a:solidFill>
                <a:effectLst/>
                <a:uFillTx/>
                <a:latin typeface="Maiandra GD"/>
              </a:rPr>
              <a:t>Conti..</a:t>
            </a:r>
            <a:endParaRPr lang="en-IN" sz="4400" b="0" u="none" strike="noStrike">
              <a:solidFill>
                <a:srgbClr val="000000"/>
              </a:solidFill>
              <a:effectLst/>
              <a:uFillTx/>
              <a:latin typeface="Arial"/>
            </a:endParaRPr>
          </a:p>
          <a:p>
            <a:pPr defTabSz="914400">
              <a:lnSpc>
                <a:spcPct val="100000"/>
              </a:lnSpc>
            </a:pPr>
            <a:endParaRPr lang="en-IN" sz="3200" b="0" u="none" strike="noStrike">
              <a:solidFill>
                <a:srgbClr val="000000"/>
              </a:solidFill>
              <a:effectLst/>
              <a:uFillTx/>
              <a:latin typeface="Arial"/>
            </a:endParaRPr>
          </a:p>
        </p:txBody>
      </p:sp>
      <p:grpSp>
        <p:nvGrpSpPr>
          <p:cNvPr id="190" name="object 79"/>
          <p:cNvGrpSpPr/>
          <p:nvPr/>
        </p:nvGrpSpPr>
        <p:grpSpPr>
          <a:xfrm>
            <a:off x="360" y="-61560"/>
            <a:ext cx="12191040" cy="867240"/>
            <a:chOff x="360" y="-61560"/>
            <a:chExt cx="12191040" cy="867240"/>
          </a:xfrm>
        </p:grpSpPr>
        <p:pic>
          <p:nvPicPr>
            <p:cNvPr id="191" name="object 80"/>
            <p:cNvPicPr/>
            <p:nvPr/>
          </p:nvPicPr>
          <p:blipFill>
            <a:blip r:embed="rId1"/>
            <a:stretch/>
          </p:blipFill>
          <p:spPr>
            <a:xfrm>
              <a:off x="14040" y="-61560"/>
              <a:ext cx="12177360" cy="800280"/>
            </a:xfrm>
            <a:prstGeom prst="rect">
              <a:avLst/>
            </a:prstGeom>
            <a:noFill/>
            <a:ln w="0">
              <a:noFill/>
            </a:ln>
          </p:spPr>
        </p:pic>
        <p:pic>
          <p:nvPicPr>
            <p:cNvPr id="192" name="object 81"/>
            <p:cNvPicPr/>
            <p:nvPr/>
          </p:nvPicPr>
          <p:blipFill>
            <a:blip r:embed="rId2"/>
            <a:stretch/>
          </p:blipFill>
          <p:spPr>
            <a:xfrm>
              <a:off x="360" y="-54720"/>
              <a:ext cx="953280" cy="860400"/>
            </a:xfrm>
            <a:prstGeom prst="rect">
              <a:avLst/>
            </a:prstGeom>
            <a:noFill/>
            <a:ln w="0">
              <a:noFill/>
            </a:ln>
          </p:spPr>
        </p:pic>
      </p:grpSp>
      <p:sp>
        <p:nvSpPr>
          <p:cNvPr id="193" name="Rectangle 53"/>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194" name="Picture 26" descr="ppt-2.jpg"/>
          <p:cNvPicPr/>
          <p:nvPr/>
        </p:nvPicPr>
        <p:blipFill>
          <a:blip r:embed="rId3"/>
          <a:stretch/>
        </p:blipFill>
        <p:spPr>
          <a:xfrm>
            <a:off x="762480" y="6324120"/>
            <a:ext cx="11428920" cy="520920"/>
          </a:xfrm>
          <a:prstGeom prst="rect">
            <a:avLst/>
          </a:prstGeom>
          <a:noFill/>
          <a:ln w="9525">
            <a:noFill/>
          </a:ln>
        </p:spPr>
      </p:pic>
      <p:sp>
        <p:nvSpPr>
          <p:cNvPr id="195" name="Rectangle 54"/>
          <p:cNvSpPr/>
          <p:nvPr/>
        </p:nvSpPr>
        <p:spPr>
          <a:xfrm>
            <a:off x="17208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pic>
        <p:nvPicPr>
          <p:cNvPr id="196" name=""/>
          <p:cNvPicPr/>
          <p:nvPr/>
        </p:nvPicPr>
        <p:blipFill>
          <a:blip r:embed="rId4"/>
          <a:stretch/>
        </p:blipFill>
        <p:spPr>
          <a:xfrm>
            <a:off x="1505520" y="1620000"/>
            <a:ext cx="9294120" cy="451836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TextBox 13"/>
          <p:cNvSpPr/>
          <p:nvPr/>
        </p:nvSpPr>
        <p:spPr>
          <a:xfrm>
            <a:off x="4366800" y="617040"/>
            <a:ext cx="7385760" cy="759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4400" b="1" u="sng" strike="noStrike">
                <a:solidFill>
                  <a:schemeClr val="dk1"/>
                </a:solidFill>
                <a:effectLst/>
                <a:uFillTx/>
                <a:latin typeface="Maiandra GD"/>
              </a:rPr>
              <a:t>Conclusion</a:t>
            </a:r>
            <a:endParaRPr lang="en-IN" sz="4400" b="0" u="none" strike="noStrike">
              <a:solidFill>
                <a:srgbClr val="000000"/>
              </a:solidFill>
              <a:effectLst/>
              <a:uFillTx/>
              <a:latin typeface="Arial"/>
            </a:endParaRPr>
          </a:p>
        </p:txBody>
      </p:sp>
      <p:grpSp>
        <p:nvGrpSpPr>
          <p:cNvPr id="198" name="object 58"/>
          <p:cNvGrpSpPr/>
          <p:nvPr/>
        </p:nvGrpSpPr>
        <p:grpSpPr>
          <a:xfrm>
            <a:off x="360" y="-61200"/>
            <a:ext cx="12191040" cy="867240"/>
            <a:chOff x="360" y="-61200"/>
            <a:chExt cx="12191040" cy="867240"/>
          </a:xfrm>
        </p:grpSpPr>
        <p:pic>
          <p:nvPicPr>
            <p:cNvPr id="199" name="object 59"/>
            <p:cNvPicPr/>
            <p:nvPr/>
          </p:nvPicPr>
          <p:blipFill>
            <a:blip r:embed="rId1"/>
            <a:stretch/>
          </p:blipFill>
          <p:spPr>
            <a:xfrm>
              <a:off x="14040" y="-61200"/>
              <a:ext cx="12177360" cy="800280"/>
            </a:xfrm>
            <a:prstGeom prst="rect">
              <a:avLst/>
            </a:prstGeom>
            <a:noFill/>
            <a:ln w="0">
              <a:noFill/>
            </a:ln>
          </p:spPr>
        </p:pic>
        <p:pic>
          <p:nvPicPr>
            <p:cNvPr id="200" name="object 60"/>
            <p:cNvPicPr/>
            <p:nvPr/>
          </p:nvPicPr>
          <p:blipFill>
            <a:blip r:embed="rId2"/>
            <a:stretch/>
          </p:blipFill>
          <p:spPr>
            <a:xfrm>
              <a:off x="360" y="-54360"/>
              <a:ext cx="953280" cy="860400"/>
            </a:xfrm>
            <a:prstGeom prst="rect">
              <a:avLst/>
            </a:prstGeom>
            <a:noFill/>
            <a:ln w="0">
              <a:noFill/>
            </a:ln>
          </p:spPr>
        </p:pic>
      </p:grpSp>
      <p:sp>
        <p:nvSpPr>
          <p:cNvPr id="201" name="Rectangle 39"/>
          <p:cNvSpPr/>
          <p:nvPr/>
        </p:nvSpPr>
        <p:spPr>
          <a:xfrm>
            <a:off x="1199160" y="648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202" name="Picture 19" descr="ppt-2.jpg"/>
          <p:cNvPicPr/>
          <p:nvPr/>
        </p:nvPicPr>
        <p:blipFill>
          <a:blip r:embed="rId3"/>
          <a:stretch/>
        </p:blipFill>
        <p:spPr>
          <a:xfrm>
            <a:off x="762480" y="6324480"/>
            <a:ext cx="11428920" cy="520920"/>
          </a:xfrm>
          <a:prstGeom prst="rect">
            <a:avLst/>
          </a:prstGeom>
          <a:noFill/>
          <a:ln w="9525">
            <a:noFill/>
          </a:ln>
        </p:spPr>
      </p:pic>
      <p:sp>
        <p:nvSpPr>
          <p:cNvPr id="203" name="Rectangle 40"/>
          <p:cNvSpPr/>
          <p:nvPr/>
        </p:nvSpPr>
        <p:spPr>
          <a:xfrm>
            <a:off x="172080" y="632448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
        <p:nvSpPr>
          <p:cNvPr id="204" name="Rectangle 46"/>
          <p:cNvSpPr/>
          <p:nvPr/>
        </p:nvSpPr>
        <p:spPr>
          <a:xfrm>
            <a:off x="284400" y="1479960"/>
            <a:ext cx="11723400" cy="5722200"/>
          </a:xfrm>
          <a:prstGeom prst="rect">
            <a:avLst/>
          </a:prstGeom>
          <a:noFill/>
          <a:ln w="0">
            <a:noFill/>
          </a:ln>
        </p:spPr>
        <p:style>
          <a:lnRef idx="0"/>
          <a:fillRef idx="0"/>
          <a:effectRef idx="0"/>
          <a:fontRef idx="minor"/>
        </p:style>
        <p:txBody>
          <a:bodyPr numCol="1" spcCol="0" lIns="90000" tIns="45000" rIns="90000" bIns="45000" anchor="ctr">
            <a:spAutoFit/>
          </a:bodyPr>
          <a:p>
            <a:pPr defTabSz="914400">
              <a:lnSpc>
                <a:spcPct val="150000"/>
              </a:lnSpc>
              <a:spcBef>
                <a:spcPts val="1191"/>
              </a:spcBef>
              <a:spcAft>
                <a:spcPts val="992"/>
              </a:spcAft>
            </a:pPr>
            <a:r>
              <a:rPr lang="en-US" sz="2200" b="0" u="none" strike="noStrike">
                <a:solidFill>
                  <a:schemeClr val="dk1"/>
                </a:solidFill>
                <a:effectLst/>
                <a:uFillTx/>
                <a:latin typeface="Maiandra GD"/>
              </a:rPr>
              <a:t>• The proposed EV Charging Recommendation System provides an intelligent and personalized approach to EV charging by combining battery analysis, charging-station data, demand prediction, and optimization techniques.</a:t>
            </a:r>
            <a:endParaRPr lang="en-IN" sz="2200" b="0" u="none" strike="noStrike">
              <a:solidFill>
                <a:srgbClr val="000000"/>
              </a:solidFill>
              <a:effectLst/>
              <a:uFillTx/>
              <a:latin typeface="Arial"/>
            </a:endParaRPr>
          </a:p>
          <a:p>
            <a:pPr defTabSz="914400">
              <a:lnSpc>
                <a:spcPct val="150000"/>
              </a:lnSpc>
              <a:spcBef>
                <a:spcPts val="1191"/>
              </a:spcBef>
              <a:spcAft>
                <a:spcPts val="992"/>
              </a:spcAft>
            </a:pPr>
            <a:r>
              <a:rPr lang="en-US" sz="2200" b="0" u="none" strike="noStrike">
                <a:solidFill>
                  <a:schemeClr val="dk1"/>
                </a:solidFill>
                <a:effectLst/>
                <a:uFillTx/>
                <a:latin typeface="Maiandra GD"/>
              </a:rPr>
              <a:t>• The system analyzes user requirements, battery status, station availability, distance, charging time, cost, and energy consumption to identify suitable charging options.</a:t>
            </a:r>
            <a:endParaRPr lang="en-IN" sz="2200" b="0" u="none" strike="noStrike">
              <a:solidFill>
                <a:srgbClr val="000000"/>
              </a:solidFill>
              <a:effectLst/>
              <a:uFillTx/>
              <a:latin typeface="Arial"/>
            </a:endParaRPr>
          </a:p>
          <a:p>
            <a:pPr defTabSz="914400">
              <a:lnSpc>
                <a:spcPct val="150000"/>
              </a:lnSpc>
              <a:spcBef>
                <a:spcPts val="1191"/>
              </a:spcBef>
              <a:spcAft>
                <a:spcPts val="992"/>
              </a:spcAft>
            </a:pPr>
            <a:r>
              <a:rPr lang="en-US" sz="2200" b="0" u="none" strike="noStrike">
                <a:solidFill>
                  <a:schemeClr val="dk1"/>
                </a:solidFill>
                <a:effectLst/>
                <a:uFillTx/>
                <a:latin typeface="Maiandra GD"/>
              </a:rPr>
              <a:t>• The integration of Agentic AI enables the system to make context-aware decisions and generate personalized charging recommendations instead of relying only on fixed rules.</a:t>
            </a:r>
            <a:endParaRPr lang="en-IN" sz="2200" b="0" u="none" strike="noStrike">
              <a:solidFill>
                <a:srgbClr val="000000"/>
              </a:solidFill>
              <a:effectLst/>
              <a:uFillTx/>
              <a:latin typeface="Arial"/>
            </a:endParaRPr>
          </a:p>
          <a:p>
            <a:pPr defTabSz="914400">
              <a:lnSpc>
                <a:spcPct val="150000"/>
              </a:lnSpc>
              <a:spcBef>
                <a:spcPts val="1191"/>
              </a:spcBef>
              <a:spcAft>
                <a:spcPts val="992"/>
              </a:spcAft>
            </a:pPr>
            <a:endParaRPr lang="en-IN" sz="2200" b="0" u="none" strike="noStrike">
              <a:solidFill>
                <a:srgbClr val="000000"/>
              </a:solidFill>
              <a:effectLst/>
              <a:uFillTx/>
              <a:latin typeface="Arial"/>
            </a:endParaRPr>
          </a:p>
          <a:p>
            <a:pPr defTabSz="914400">
              <a:lnSpc>
                <a:spcPct val="150000"/>
              </a:lnSpc>
              <a:spcBef>
                <a:spcPts val="1191"/>
              </a:spcBef>
              <a:spcAft>
                <a:spcPts val="992"/>
              </a:spcAft>
            </a:pPr>
            <a:endParaRPr lang="en-IN"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TextBox 14"/>
          <p:cNvSpPr/>
          <p:nvPr/>
        </p:nvSpPr>
        <p:spPr>
          <a:xfrm>
            <a:off x="4487400" y="679320"/>
            <a:ext cx="7385760" cy="759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4400" b="1" u="sng" strike="noStrike">
                <a:solidFill>
                  <a:schemeClr val="dk1"/>
                </a:solidFill>
                <a:effectLst/>
                <a:uFillTx/>
                <a:latin typeface="Maiandra GD"/>
              </a:rPr>
              <a:t>Future Scope</a:t>
            </a:r>
            <a:endParaRPr lang="en-IN" sz="4400" b="0" u="none" strike="noStrike">
              <a:solidFill>
                <a:srgbClr val="000000"/>
              </a:solidFill>
              <a:effectLst/>
              <a:uFillTx/>
              <a:latin typeface="Arial"/>
            </a:endParaRPr>
          </a:p>
        </p:txBody>
      </p:sp>
      <p:grpSp>
        <p:nvGrpSpPr>
          <p:cNvPr id="206" name="object 61"/>
          <p:cNvGrpSpPr/>
          <p:nvPr/>
        </p:nvGrpSpPr>
        <p:grpSpPr>
          <a:xfrm>
            <a:off x="360" y="-61560"/>
            <a:ext cx="12191040" cy="867240"/>
            <a:chOff x="360" y="-61560"/>
            <a:chExt cx="12191040" cy="867240"/>
          </a:xfrm>
        </p:grpSpPr>
        <p:pic>
          <p:nvPicPr>
            <p:cNvPr id="207" name="object 62"/>
            <p:cNvPicPr/>
            <p:nvPr/>
          </p:nvPicPr>
          <p:blipFill>
            <a:blip r:embed="rId1"/>
            <a:stretch/>
          </p:blipFill>
          <p:spPr>
            <a:xfrm>
              <a:off x="14040" y="-61560"/>
              <a:ext cx="12177360" cy="800280"/>
            </a:xfrm>
            <a:prstGeom prst="rect">
              <a:avLst/>
            </a:prstGeom>
            <a:noFill/>
            <a:ln w="0">
              <a:noFill/>
            </a:ln>
          </p:spPr>
        </p:pic>
        <p:pic>
          <p:nvPicPr>
            <p:cNvPr id="208" name="object 63"/>
            <p:cNvPicPr/>
            <p:nvPr/>
          </p:nvPicPr>
          <p:blipFill>
            <a:blip r:embed="rId2"/>
            <a:stretch/>
          </p:blipFill>
          <p:spPr>
            <a:xfrm>
              <a:off x="360" y="-54720"/>
              <a:ext cx="953280" cy="860400"/>
            </a:xfrm>
            <a:prstGeom prst="rect">
              <a:avLst/>
            </a:prstGeom>
            <a:noFill/>
            <a:ln w="0">
              <a:noFill/>
            </a:ln>
          </p:spPr>
        </p:pic>
      </p:grpSp>
      <p:sp>
        <p:nvSpPr>
          <p:cNvPr id="209" name="Rectangle 41"/>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210" name="Picture 20" descr="ppt-2.jpg"/>
          <p:cNvPicPr/>
          <p:nvPr/>
        </p:nvPicPr>
        <p:blipFill>
          <a:blip r:embed="rId3"/>
          <a:stretch/>
        </p:blipFill>
        <p:spPr>
          <a:xfrm>
            <a:off x="762480" y="6324120"/>
            <a:ext cx="11428920" cy="520920"/>
          </a:xfrm>
          <a:prstGeom prst="rect">
            <a:avLst/>
          </a:prstGeom>
          <a:noFill/>
          <a:ln w="9525">
            <a:noFill/>
          </a:ln>
        </p:spPr>
      </p:pic>
      <p:sp>
        <p:nvSpPr>
          <p:cNvPr id="211" name="Rectangle 42"/>
          <p:cNvSpPr/>
          <p:nvPr/>
        </p:nvSpPr>
        <p:spPr>
          <a:xfrm>
            <a:off x="17208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
        <p:nvSpPr>
          <p:cNvPr id="212" name=""/>
          <p:cNvSpPr/>
          <p:nvPr/>
        </p:nvSpPr>
        <p:spPr>
          <a:xfrm>
            <a:off x="124200" y="1260000"/>
            <a:ext cx="11935800" cy="4941720"/>
          </a:xfrm>
          <a:prstGeom prst="rect">
            <a:avLst/>
          </a:prstGeom>
          <a:noFill/>
          <a:ln w="0">
            <a:noFill/>
          </a:ln>
        </p:spPr>
        <p:style>
          <a:lnRef idx="0"/>
          <a:fillRef idx="0"/>
          <a:effectRef idx="0"/>
          <a:fontRef idx="minor"/>
        </p:style>
        <p:txBody>
          <a:bodyPr lIns="90000" tIns="45000" rIns="90000" bIns="45000" anchor="t">
            <a:spAutoFit/>
          </a:bodyPr>
          <a:p>
            <a:pPr>
              <a:lnSpc>
                <a:spcPct val="150000"/>
              </a:lnSpc>
              <a:spcBef>
                <a:spcPts val="1191"/>
              </a:spcBef>
              <a:spcAft>
                <a:spcPts val="992"/>
              </a:spcAft>
            </a:pPr>
            <a:r>
              <a:rPr lang="en-US" sz="2200" b="0" u="none" strike="noStrike">
                <a:solidFill>
                  <a:schemeClr val="dk1"/>
                </a:solidFill>
                <a:effectLst/>
                <a:uFillTx/>
                <a:latin typeface="Maiandra GD"/>
              </a:rPr>
              <a:t>• Real-Time EV Integration: Integrate live vehicle data such as battery SoC, energy consumption, and remaining range directly from the EV.</a:t>
            </a:r>
            <a:endParaRPr lang="en-IN" sz="2200" b="0" u="none" strike="noStrike">
              <a:solidFill>
                <a:srgbClr val="000000"/>
              </a:solidFill>
              <a:effectLst/>
              <a:uFillTx/>
              <a:latin typeface="Arial"/>
            </a:endParaRPr>
          </a:p>
          <a:p>
            <a:pPr>
              <a:lnSpc>
                <a:spcPct val="150000"/>
              </a:lnSpc>
              <a:spcBef>
                <a:spcPts val="1191"/>
              </a:spcBef>
              <a:spcAft>
                <a:spcPts val="992"/>
              </a:spcAft>
            </a:pPr>
            <a:r>
              <a:rPr lang="en-US" sz="2200" b="0" u="none" strike="noStrike">
                <a:solidFill>
                  <a:schemeClr val="dk1"/>
                </a:solidFill>
                <a:effectLst/>
                <a:uFillTx/>
                <a:latin typeface="Maiandra GD"/>
              </a:rPr>
              <a:t>• Advanced Demand Prediction: Use advanced Machine Learning and Deep Learning models to improve charging-demand and energy-consumption predictions.</a:t>
            </a:r>
            <a:endParaRPr lang="en-IN" sz="2200" b="0" u="none" strike="noStrike">
              <a:solidFill>
                <a:srgbClr val="000000"/>
              </a:solidFill>
              <a:effectLst/>
              <a:uFillTx/>
              <a:latin typeface="Arial"/>
            </a:endParaRPr>
          </a:p>
          <a:p>
            <a:pPr>
              <a:lnSpc>
                <a:spcPct val="150000"/>
              </a:lnSpc>
              <a:spcBef>
                <a:spcPts val="1191"/>
              </a:spcBef>
              <a:spcAft>
                <a:spcPts val="992"/>
              </a:spcAft>
            </a:pPr>
            <a:r>
              <a:rPr lang="en-US" sz="2200" b="0" u="none" strike="noStrike">
                <a:solidFill>
                  <a:schemeClr val="dk1"/>
                </a:solidFill>
                <a:effectLst/>
                <a:uFillTx/>
                <a:latin typeface="Maiandra GD"/>
              </a:rPr>
              <a:t>• Dynamic Pricing Optimization: Incorporate real-time electricity tariffs and charging-station pricing to identify cost-efficient charging schedules.</a:t>
            </a:r>
            <a:endParaRPr lang="en-IN" sz="2200" b="0" u="none" strike="noStrike">
              <a:solidFill>
                <a:srgbClr val="000000"/>
              </a:solidFill>
              <a:effectLst/>
              <a:uFillTx/>
              <a:latin typeface="Arial"/>
            </a:endParaRPr>
          </a:p>
          <a:p>
            <a:pPr>
              <a:lnSpc>
                <a:spcPct val="150000"/>
              </a:lnSpc>
              <a:spcBef>
                <a:spcPts val="1191"/>
              </a:spcBef>
              <a:spcAft>
                <a:spcPts val="992"/>
              </a:spcAft>
            </a:pPr>
            <a:r>
              <a:rPr lang="en-US" sz="2200" b="0" u="none" strike="noStrike">
                <a:solidFill>
                  <a:schemeClr val="dk1"/>
                </a:solidFill>
                <a:effectLst/>
                <a:uFillTx/>
                <a:latin typeface="Maiandra GD"/>
              </a:rPr>
              <a:t>• V2G Integration: Extend the system to support Vehicle-to-Grid (V2G) technology, allowing EVs to supply stored energy back to the grid when required.</a:t>
            </a:r>
            <a:endParaRPr lang="en-IN"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TextBox 17"/>
          <p:cNvSpPr/>
          <p:nvPr/>
        </p:nvSpPr>
        <p:spPr>
          <a:xfrm>
            <a:off x="4487400" y="679320"/>
            <a:ext cx="7385760" cy="759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4400" b="1" u="sng" strike="noStrike">
                <a:solidFill>
                  <a:schemeClr val="dk1"/>
                </a:solidFill>
                <a:effectLst/>
                <a:uFillTx/>
                <a:latin typeface="Maiandra GD"/>
              </a:rPr>
              <a:t>Future Scope</a:t>
            </a:r>
            <a:endParaRPr lang="en-IN" sz="4400" b="0" u="none" strike="noStrike">
              <a:solidFill>
                <a:srgbClr val="000000"/>
              </a:solidFill>
              <a:effectLst/>
              <a:uFillTx/>
              <a:latin typeface="Arial"/>
            </a:endParaRPr>
          </a:p>
        </p:txBody>
      </p:sp>
      <p:grpSp>
        <p:nvGrpSpPr>
          <p:cNvPr id="214" name="object 70"/>
          <p:cNvGrpSpPr/>
          <p:nvPr/>
        </p:nvGrpSpPr>
        <p:grpSpPr>
          <a:xfrm>
            <a:off x="360" y="-61560"/>
            <a:ext cx="12191040" cy="867240"/>
            <a:chOff x="360" y="-61560"/>
            <a:chExt cx="12191040" cy="867240"/>
          </a:xfrm>
        </p:grpSpPr>
        <p:pic>
          <p:nvPicPr>
            <p:cNvPr id="215" name="object 71"/>
            <p:cNvPicPr/>
            <p:nvPr/>
          </p:nvPicPr>
          <p:blipFill>
            <a:blip r:embed="rId1"/>
            <a:stretch/>
          </p:blipFill>
          <p:spPr>
            <a:xfrm>
              <a:off x="14040" y="-61560"/>
              <a:ext cx="12177360" cy="800280"/>
            </a:xfrm>
            <a:prstGeom prst="rect">
              <a:avLst/>
            </a:prstGeom>
            <a:noFill/>
            <a:ln w="0">
              <a:noFill/>
            </a:ln>
          </p:spPr>
        </p:pic>
        <p:pic>
          <p:nvPicPr>
            <p:cNvPr id="216" name="object 72"/>
            <p:cNvPicPr/>
            <p:nvPr/>
          </p:nvPicPr>
          <p:blipFill>
            <a:blip r:embed="rId2"/>
            <a:stretch/>
          </p:blipFill>
          <p:spPr>
            <a:xfrm>
              <a:off x="360" y="-54720"/>
              <a:ext cx="953280" cy="860400"/>
            </a:xfrm>
            <a:prstGeom prst="rect">
              <a:avLst/>
            </a:prstGeom>
            <a:noFill/>
            <a:ln w="0">
              <a:noFill/>
            </a:ln>
          </p:spPr>
        </p:pic>
      </p:grpSp>
      <p:sp>
        <p:nvSpPr>
          <p:cNvPr id="217" name="Rectangle 47"/>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218" name="Picture 23" descr="ppt-2.jpg"/>
          <p:cNvPicPr/>
          <p:nvPr/>
        </p:nvPicPr>
        <p:blipFill>
          <a:blip r:embed="rId3"/>
          <a:stretch/>
        </p:blipFill>
        <p:spPr>
          <a:xfrm>
            <a:off x="762480" y="6324120"/>
            <a:ext cx="11428920" cy="520920"/>
          </a:xfrm>
          <a:prstGeom prst="rect">
            <a:avLst/>
          </a:prstGeom>
          <a:noFill/>
          <a:ln w="9525">
            <a:noFill/>
          </a:ln>
        </p:spPr>
      </p:pic>
      <p:sp>
        <p:nvSpPr>
          <p:cNvPr id="219" name="Rectangle 48"/>
          <p:cNvSpPr/>
          <p:nvPr/>
        </p:nvSpPr>
        <p:spPr>
          <a:xfrm>
            <a:off x="17208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
        <p:nvSpPr>
          <p:cNvPr id="220" name=""/>
          <p:cNvSpPr/>
          <p:nvPr/>
        </p:nvSpPr>
        <p:spPr>
          <a:xfrm>
            <a:off x="180000" y="1260000"/>
            <a:ext cx="11935800" cy="5721480"/>
          </a:xfrm>
          <a:prstGeom prst="rect">
            <a:avLst/>
          </a:prstGeom>
          <a:noFill/>
          <a:ln w="0">
            <a:noFill/>
          </a:ln>
        </p:spPr>
        <p:style>
          <a:lnRef idx="0"/>
          <a:fillRef idx="0"/>
          <a:effectRef idx="0"/>
          <a:fontRef idx="minor"/>
        </p:style>
        <p:txBody>
          <a:bodyPr lIns="90000" tIns="45000" rIns="90000" bIns="45000" anchor="t">
            <a:spAutoFit/>
          </a:bodyPr>
          <a:p>
            <a:pPr>
              <a:lnSpc>
                <a:spcPct val="150000"/>
              </a:lnSpc>
              <a:spcBef>
                <a:spcPts val="1191"/>
              </a:spcBef>
              <a:spcAft>
                <a:spcPts val="992"/>
              </a:spcAft>
            </a:pPr>
            <a:r>
              <a:rPr lang="en-US" sz="2200" b="0" u="none" strike="noStrike">
                <a:solidFill>
                  <a:schemeClr val="dk1"/>
                </a:solidFill>
                <a:effectLst/>
                <a:uFillTx/>
                <a:latin typeface="Maiandra GD"/>
              </a:rPr>
              <a:t>• Multi-Agent AI: Develop multiple specialized AI agents for route planning, station selection, energy optimization, and cost management.</a:t>
            </a:r>
            <a:endParaRPr lang="en-IN" sz="2200" b="0" u="none" strike="noStrike">
              <a:solidFill>
                <a:srgbClr val="000000"/>
              </a:solidFill>
              <a:effectLst/>
              <a:uFillTx/>
              <a:latin typeface="Arial"/>
            </a:endParaRPr>
          </a:p>
          <a:p>
            <a:pPr>
              <a:lnSpc>
                <a:spcPct val="150000"/>
              </a:lnSpc>
              <a:spcBef>
                <a:spcPts val="1191"/>
              </a:spcBef>
              <a:spcAft>
                <a:spcPts val="992"/>
              </a:spcAft>
            </a:pPr>
            <a:r>
              <a:rPr lang="en-US" sz="2200" b="0" u="none" strike="noStrike">
                <a:solidFill>
                  <a:schemeClr val="dk1"/>
                </a:solidFill>
                <a:effectLst/>
                <a:uFillTx/>
                <a:latin typeface="Maiandra GD"/>
              </a:rPr>
              <a:t>• Smart Grid Integration: Connect the system with smart-grid infrastructure to balance charging demand and reduce peak-load conditions.</a:t>
            </a:r>
            <a:endParaRPr lang="en-IN" sz="2200" b="0" u="none" strike="noStrike">
              <a:solidFill>
                <a:srgbClr val="000000"/>
              </a:solidFill>
              <a:effectLst/>
              <a:uFillTx/>
              <a:latin typeface="Arial"/>
            </a:endParaRPr>
          </a:p>
          <a:p>
            <a:pPr>
              <a:lnSpc>
                <a:spcPct val="150000"/>
              </a:lnSpc>
              <a:spcBef>
                <a:spcPts val="1191"/>
              </a:spcBef>
              <a:spcAft>
                <a:spcPts val="992"/>
              </a:spcAft>
            </a:pPr>
            <a:r>
              <a:rPr lang="en-US" sz="2200" b="0" u="none" strike="noStrike">
                <a:solidFill>
                  <a:schemeClr val="dk1"/>
                </a:solidFill>
                <a:effectLst/>
                <a:uFillTx/>
                <a:latin typeface="Maiandra GD"/>
              </a:rPr>
              <a:t>• Mobile Application: Develop a mobile application that provides live station availability, navigation, charging recommendations, and notifications.</a:t>
            </a:r>
            <a:endParaRPr lang="en-IN" sz="2200" b="0" u="none" strike="noStrike">
              <a:solidFill>
                <a:srgbClr val="000000"/>
              </a:solidFill>
              <a:effectLst/>
              <a:uFillTx/>
              <a:latin typeface="Arial"/>
            </a:endParaRPr>
          </a:p>
          <a:p>
            <a:pPr>
              <a:lnSpc>
                <a:spcPct val="150000"/>
              </a:lnSpc>
              <a:spcBef>
                <a:spcPts val="1191"/>
              </a:spcBef>
              <a:spcAft>
                <a:spcPts val="992"/>
              </a:spcAft>
            </a:pPr>
            <a:r>
              <a:rPr lang="en-US" sz="2200" b="0" u="none" strike="noStrike">
                <a:solidFill>
                  <a:schemeClr val="dk1"/>
                </a:solidFill>
                <a:effectLst/>
                <a:uFillTx/>
                <a:latin typeface="Maiandra GD"/>
              </a:rPr>
              <a:t>• Predictive Maintenance: Use historical charging-station data to predict equipment failures and improve station reliability.</a:t>
            </a:r>
            <a:endParaRPr lang="en-IN" sz="2200" b="0" u="none" strike="noStrike">
              <a:solidFill>
                <a:srgbClr val="000000"/>
              </a:solidFill>
              <a:effectLst/>
              <a:uFillTx/>
              <a:latin typeface="Arial"/>
            </a:endParaRPr>
          </a:p>
          <a:p>
            <a:pPr>
              <a:lnSpc>
                <a:spcPct val="150000"/>
              </a:lnSpc>
              <a:spcBef>
                <a:spcPts val="1191"/>
              </a:spcBef>
              <a:spcAft>
                <a:spcPts val="992"/>
              </a:spcAft>
            </a:pPr>
            <a:endParaRPr lang="en-IN"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TextBox 15"/>
          <p:cNvSpPr/>
          <p:nvPr/>
        </p:nvSpPr>
        <p:spPr>
          <a:xfrm>
            <a:off x="4487400" y="679320"/>
            <a:ext cx="7385760" cy="760320"/>
          </a:xfrm>
          <a:prstGeom prst="rect">
            <a:avLst/>
          </a:prstGeom>
          <a:noFill/>
          <a:ln w="0">
            <a:noFill/>
          </a:ln>
        </p:spPr>
        <p:style>
          <a:lnRef idx="0"/>
          <a:fillRef idx="0"/>
          <a:effectRef idx="0"/>
          <a:fontRef idx="minor"/>
        </p:style>
        <p:txBody>
          <a:bodyPr lIns="90000" tIns="45000" rIns="90000" bIns="45000" anchor="t">
            <a:spAutoFit/>
          </a:bodyPr>
          <a:p>
            <a:endParaRPr lang="en-IN" sz="1800" b="0" u="none" strike="noStrike">
              <a:solidFill>
                <a:srgbClr val="000000"/>
              </a:solidFill>
              <a:effectLst/>
              <a:uFillTx/>
              <a:latin typeface="Arial"/>
            </a:endParaRPr>
          </a:p>
        </p:txBody>
      </p:sp>
      <p:grpSp>
        <p:nvGrpSpPr>
          <p:cNvPr id="222" name="object 64"/>
          <p:cNvGrpSpPr/>
          <p:nvPr/>
        </p:nvGrpSpPr>
        <p:grpSpPr>
          <a:xfrm>
            <a:off x="360" y="-61560"/>
            <a:ext cx="12191040" cy="867240"/>
            <a:chOff x="360" y="-61560"/>
            <a:chExt cx="12191040" cy="867240"/>
          </a:xfrm>
        </p:grpSpPr>
        <p:pic>
          <p:nvPicPr>
            <p:cNvPr id="223" name="object 65"/>
            <p:cNvPicPr/>
            <p:nvPr/>
          </p:nvPicPr>
          <p:blipFill>
            <a:blip r:embed="rId1"/>
            <a:stretch/>
          </p:blipFill>
          <p:spPr>
            <a:xfrm>
              <a:off x="14040" y="-61560"/>
              <a:ext cx="12177360" cy="800280"/>
            </a:xfrm>
            <a:prstGeom prst="rect">
              <a:avLst/>
            </a:prstGeom>
            <a:noFill/>
            <a:ln w="0">
              <a:noFill/>
            </a:ln>
          </p:spPr>
        </p:pic>
        <p:pic>
          <p:nvPicPr>
            <p:cNvPr id="224" name="object 66"/>
            <p:cNvPicPr/>
            <p:nvPr/>
          </p:nvPicPr>
          <p:blipFill>
            <a:blip r:embed="rId2"/>
            <a:stretch/>
          </p:blipFill>
          <p:spPr>
            <a:xfrm>
              <a:off x="360" y="-54720"/>
              <a:ext cx="953280" cy="860400"/>
            </a:xfrm>
            <a:prstGeom prst="rect">
              <a:avLst/>
            </a:prstGeom>
            <a:noFill/>
            <a:ln w="0">
              <a:noFill/>
            </a:ln>
          </p:spPr>
        </p:pic>
      </p:grpSp>
      <p:sp>
        <p:nvSpPr>
          <p:cNvPr id="225" name="Rectangle 38"/>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226" name="Picture 21" descr="ppt-2.jpg"/>
          <p:cNvPicPr/>
          <p:nvPr/>
        </p:nvPicPr>
        <p:blipFill>
          <a:blip r:embed="rId3"/>
          <a:stretch/>
        </p:blipFill>
        <p:spPr>
          <a:xfrm>
            <a:off x="762480" y="6324120"/>
            <a:ext cx="11428920" cy="520920"/>
          </a:xfrm>
          <a:prstGeom prst="rect">
            <a:avLst/>
          </a:prstGeom>
          <a:noFill/>
          <a:ln w="9525">
            <a:noFill/>
          </a:ln>
        </p:spPr>
      </p:pic>
      <p:sp>
        <p:nvSpPr>
          <p:cNvPr id="227" name="Rectangle 43"/>
          <p:cNvSpPr/>
          <p:nvPr/>
        </p:nvSpPr>
        <p:spPr>
          <a:xfrm>
            <a:off x="17208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
        <p:nvSpPr>
          <p:cNvPr id="228" name=""/>
          <p:cNvSpPr/>
          <p:nvPr/>
        </p:nvSpPr>
        <p:spPr>
          <a:xfrm>
            <a:off x="4641840" y="858600"/>
            <a:ext cx="2737800" cy="7610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4400" b="1" u="sng" strike="noStrike">
                <a:solidFill>
                  <a:schemeClr val="dk1"/>
                </a:solidFill>
                <a:effectLst/>
                <a:uFillTx/>
                <a:latin typeface="Maiandra GD"/>
              </a:rPr>
              <a:t>References</a:t>
            </a:r>
            <a:endParaRPr lang="en-IN" sz="4400" b="0" u="none" strike="noStrike">
              <a:solidFill>
                <a:srgbClr val="000000"/>
              </a:solidFill>
              <a:effectLst/>
              <a:uFillTx/>
              <a:latin typeface="Arial"/>
            </a:endParaRPr>
          </a:p>
        </p:txBody>
      </p:sp>
      <p:sp>
        <p:nvSpPr>
          <p:cNvPr id="229" name=""/>
          <p:cNvSpPr/>
          <p:nvPr/>
        </p:nvSpPr>
        <p:spPr>
          <a:xfrm>
            <a:off x="720000" y="1744200"/>
            <a:ext cx="10619640" cy="4157640"/>
          </a:xfrm>
          <a:prstGeom prst="rect">
            <a:avLst/>
          </a:prstGeom>
          <a:noFill/>
          <a:ln w="0">
            <a:noFill/>
          </a:ln>
        </p:spPr>
        <p:style>
          <a:lnRef idx="0"/>
          <a:fillRef idx="0"/>
          <a:effectRef idx="0"/>
          <a:fontRef idx="minor"/>
        </p:style>
        <p:txBody>
          <a:bodyPr lIns="90000" tIns="45000" rIns="90000" bIns="45000" anchor="t">
            <a:spAutoFit/>
          </a:bodyPr>
          <a:p>
            <a:pPr marL="216000" indent="-216000" algn="just">
              <a:lnSpc>
                <a:spcPct val="100000"/>
              </a:lnSpc>
              <a:spcBef>
                <a:spcPts val="1191"/>
              </a:spcBef>
              <a:spcAft>
                <a:spcPts val="992"/>
              </a:spcAft>
              <a:buClr>
                <a:srgbClr val="000000"/>
              </a:buClr>
              <a:buFont typeface="OpenSymbol"/>
              <a:buAutoNum type="arabicPeriod"/>
            </a:pPr>
            <a:r>
              <a:rPr lang="en-IN" sz="2200" b="0" u="none" strike="noStrike">
                <a:solidFill>
                  <a:srgbClr val="000000"/>
                </a:solidFill>
                <a:effectLst/>
                <a:uFillTx/>
                <a:latin typeface="Maiandra GD"/>
              </a:rPr>
              <a:t>International Energy Agency (IEA), “Global EV Outlook 2025,” International Energy Agency. </a:t>
            </a:r>
            <a:endParaRPr lang="en-IN" sz="2200" b="0" u="none" strike="noStrike">
              <a:solidFill>
                <a:srgbClr val="000000"/>
              </a:solidFill>
              <a:effectLst/>
              <a:uFillTx/>
              <a:latin typeface="Maiandra GD"/>
            </a:endParaRPr>
          </a:p>
          <a:p>
            <a:pPr marL="216000" indent="-216000" algn="just">
              <a:lnSpc>
                <a:spcPct val="100000"/>
              </a:lnSpc>
              <a:spcBef>
                <a:spcPts val="1191"/>
              </a:spcBef>
              <a:spcAft>
                <a:spcPts val="992"/>
              </a:spcAft>
              <a:buClr>
                <a:srgbClr val="000000"/>
              </a:buClr>
              <a:buFont typeface="OpenSymbol"/>
              <a:buAutoNum type="arabicPeriod"/>
            </a:pPr>
            <a:r>
              <a:rPr lang="en-IN" sz="2200" b="0" u="none" strike="noStrike">
                <a:solidFill>
                  <a:srgbClr val="000000"/>
                </a:solidFill>
                <a:effectLst/>
                <a:uFillTx/>
                <a:latin typeface="Maiandra GD"/>
              </a:rPr>
              <a:t>U.S. Department of Energy, Alternative Fuels Data Center (AFDC), Electric Vehicle Charging Infrastructure. </a:t>
            </a:r>
            <a:endParaRPr lang="en-IN" sz="2200" b="0" u="none" strike="noStrike">
              <a:solidFill>
                <a:srgbClr val="000000"/>
              </a:solidFill>
              <a:effectLst/>
              <a:uFillTx/>
              <a:latin typeface="Maiandra GD"/>
            </a:endParaRPr>
          </a:p>
          <a:p>
            <a:pPr marL="216000" indent="-216000" algn="just">
              <a:lnSpc>
                <a:spcPct val="100000"/>
              </a:lnSpc>
              <a:spcBef>
                <a:spcPts val="1191"/>
              </a:spcBef>
              <a:spcAft>
                <a:spcPts val="992"/>
              </a:spcAft>
              <a:buClr>
                <a:srgbClr val="000000"/>
              </a:buClr>
              <a:buFont typeface="OpenSymbol"/>
              <a:buAutoNum type="arabicPeriod"/>
            </a:pPr>
            <a:r>
              <a:rPr lang="en-IN" sz="2200" b="0" u="none" strike="noStrike">
                <a:solidFill>
                  <a:srgbClr val="000000"/>
                </a:solidFill>
                <a:effectLst/>
                <a:uFillTx/>
                <a:latin typeface="Maiandra GD"/>
              </a:rPr>
              <a:t>Open Charge Map, Global Electric Vehicle Charging Locations and Data. </a:t>
            </a:r>
            <a:endParaRPr lang="en-IN" sz="2200" b="0" u="none" strike="noStrike">
              <a:solidFill>
                <a:srgbClr val="000000"/>
              </a:solidFill>
              <a:effectLst/>
              <a:uFillTx/>
              <a:latin typeface="Maiandra GD"/>
            </a:endParaRPr>
          </a:p>
          <a:p>
            <a:pPr marL="216000" indent="-216000" algn="just">
              <a:lnSpc>
                <a:spcPct val="100000"/>
              </a:lnSpc>
              <a:spcBef>
                <a:spcPts val="1191"/>
              </a:spcBef>
              <a:spcAft>
                <a:spcPts val="992"/>
              </a:spcAft>
              <a:buClr>
                <a:srgbClr val="000000"/>
              </a:buClr>
              <a:buFont typeface="OpenSymbol"/>
              <a:buAutoNum type="arabicPeriod"/>
            </a:pPr>
            <a:r>
              <a:rPr lang="en-IN" sz="2200" b="0" u="none" strike="noStrike">
                <a:solidFill>
                  <a:srgbClr val="000000"/>
                </a:solidFill>
                <a:effectLst/>
                <a:uFillTx/>
                <a:latin typeface="Maiandra GD"/>
              </a:rPr>
              <a:t>OpenStreetMap Foundation, OpenStreetMap: Open Geographic Database. </a:t>
            </a:r>
            <a:endParaRPr lang="en-IN" sz="2200" b="0" u="none" strike="noStrike">
              <a:solidFill>
                <a:srgbClr val="000000"/>
              </a:solidFill>
              <a:effectLst/>
              <a:uFillTx/>
              <a:latin typeface="Maiandra GD"/>
            </a:endParaRPr>
          </a:p>
          <a:p>
            <a:pPr marL="216000" indent="-216000" algn="just">
              <a:lnSpc>
                <a:spcPct val="100000"/>
              </a:lnSpc>
              <a:spcBef>
                <a:spcPts val="1191"/>
              </a:spcBef>
              <a:spcAft>
                <a:spcPts val="992"/>
              </a:spcAft>
              <a:buClr>
                <a:srgbClr val="000000"/>
              </a:buClr>
              <a:buFont typeface="OpenSymbol"/>
              <a:buAutoNum type="arabicPeriod"/>
            </a:pPr>
            <a:r>
              <a:rPr lang="en-IN" sz="2200" b="0" u="none" strike="noStrike">
                <a:solidFill>
                  <a:srgbClr val="000000"/>
                </a:solidFill>
                <a:effectLst/>
                <a:uFillTx/>
                <a:latin typeface="Maiandra GD"/>
              </a:rPr>
              <a:t>OSRM, Open Source Routing Machine, Route and Distance Services. </a:t>
            </a:r>
            <a:endParaRPr lang="en-IN" sz="2200" b="0" u="none" strike="noStrike">
              <a:solidFill>
                <a:srgbClr val="000000"/>
              </a:solidFill>
              <a:effectLst/>
              <a:uFillTx/>
              <a:latin typeface="Maiandra GD"/>
            </a:endParaRPr>
          </a:p>
          <a:p>
            <a:pPr marL="216000" indent="-216000" algn="just">
              <a:lnSpc>
                <a:spcPct val="100000"/>
              </a:lnSpc>
              <a:spcBef>
                <a:spcPts val="1191"/>
              </a:spcBef>
              <a:spcAft>
                <a:spcPts val="992"/>
              </a:spcAft>
              <a:buClr>
                <a:srgbClr val="000000"/>
              </a:buClr>
              <a:buFont typeface="OpenSymbol"/>
              <a:buAutoNum type="arabicPeriod"/>
            </a:pPr>
            <a:r>
              <a:rPr lang="en-IN" sz="2200" b="0" u="none" strike="noStrike">
                <a:solidFill>
                  <a:srgbClr val="000000"/>
                </a:solidFill>
                <a:effectLst/>
                <a:uFillTx/>
                <a:latin typeface="Maiandra GD"/>
              </a:rPr>
              <a:t>Open-Meteo, Weather API and Forecast Data.</a:t>
            </a:r>
            <a:endParaRPr lang="en-IN" sz="2200" b="0" u="none" strike="noStrike">
              <a:solidFill>
                <a:srgbClr val="000000"/>
              </a:solidFill>
              <a:effectLst/>
              <a:uFillTx/>
              <a:latin typeface="Maiandra GD"/>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TextBox 16"/>
          <p:cNvSpPr/>
          <p:nvPr/>
        </p:nvSpPr>
        <p:spPr>
          <a:xfrm>
            <a:off x="4487400" y="679320"/>
            <a:ext cx="7385760" cy="760320"/>
          </a:xfrm>
          <a:prstGeom prst="rect">
            <a:avLst/>
          </a:prstGeom>
          <a:noFill/>
          <a:ln w="0">
            <a:noFill/>
          </a:ln>
        </p:spPr>
        <p:style>
          <a:lnRef idx="0"/>
          <a:fillRef idx="0"/>
          <a:effectRef idx="0"/>
          <a:fontRef idx="minor"/>
        </p:style>
        <p:txBody>
          <a:bodyPr lIns="90000" tIns="45000" rIns="90000" bIns="45000" anchor="t">
            <a:spAutoFit/>
          </a:bodyPr>
          <a:p>
            <a:endParaRPr lang="en-IN" sz="1800" b="0" u="none" strike="noStrike">
              <a:solidFill>
                <a:srgbClr val="000000"/>
              </a:solidFill>
              <a:effectLst/>
              <a:uFillTx/>
              <a:latin typeface="Arial"/>
            </a:endParaRPr>
          </a:p>
        </p:txBody>
      </p:sp>
      <p:grpSp>
        <p:nvGrpSpPr>
          <p:cNvPr id="231" name="object 67"/>
          <p:cNvGrpSpPr/>
          <p:nvPr/>
        </p:nvGrpSpPr>
        <p:grpSpPr>
          <a:xfrm>
            <a:off x="360" y="-61560"/>
            <a:ext cx="12191040" cy="867240"/>
            <a:chOff x="360" y="-61560"/>
            <a:chExt cx="12191040" cy="867240"/>
          </a:xfrm>
        </p:grpSpPr>
        <p:pic>
          <p:nvPicPr>
            <p:cNvPr id="232" name="object 68"/>
            <p:cNvPicPr/>
            <p:nvPr/>
          </p:nvPicPr>
          <p:blipFill>
            <a:blip r:embed="rId1"/>
            <a:stretch/>
          </p:blipFill>
          <p:spPr>
            <a:xfrm>
              <a:off x="14040" y="-61560"/>
              <a:ext cx="12177360" cy="800280"/>
            </a:xfrm>
            <a:prstGeom prst="rect">
              <a:avLst/>
            </a:prstGeom>
            <a:noFill/>
            <a:ln w="0">
              <a:noFill/>
            </a:ln>
          </p:spPr>
        </p:pic>
        <p:pic>
          <p:nvPicPr>
            <p:cNvPr id="233" name="object 69"/>
            <p:cNvPicPr/>
            <p:nvPr/>
          </p:nvPicPr>
          <p:blipFill>
            <a:blip r:embed="rId2"/>
            <a:stretch/>
          </p:blipFill>
          <p:spPr>
            <a:xfrm>
              <a:off x="360" y="-54720"/>
              <a:ext cx="953280" cy="860400"/>
            </a:xfrm>
            <a:prstGeom prst="rect">
              <a:avLst/>
            </a:prstGeom>
            <a:noFill/>
            <a:ln w="0">
              <a:noFill/>
            </a:ln>
          </p:spPr>
        </p:pic>
      </p:grpSp>
      <p:sp>
        <p:nvSpPr>
          <p:cNvPr id="234" name="Rectangle 44"/>
          <p:cNvSpPr/>
          <p:nvPr/>
        </p:nvSpPr>
        <p:spPr>
          <a:xfrm>
            <a:off x="1199160" y="6120"/>
            <a:ext cx="9295560" cy="7905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600" b="1" u="none" strike="noStrike">
                <a:solidFill>
                  <a:schemeClr val="lt1"/>
                </a:solidFill>
                <a:effectLst/>
                <a:uFillTx/>
                <a:latin typeface="Times New Roman"/>
              </a:rPr>
              <a:t>PRATHYUSHA ENGINEERING COLLEGE</a:t>
            </a:r>
            <a:endParaRPr lang="en-IN" sz="2600" b="0" u="none" strike="noStrike">
              <a:solidFill>
                <a:srgbClr val="000000"/>
              </a:solidFill>
              <a:effectLst/>
              <a:uFillTx/>
              <a:latin typeface="Arial"/>
            </a:endParaRPr>
          </a:p>
          <a:p>
            <a:pPr algn="ctr" defTabSz="914400">
              <a:lnSpc>
                <a:spcPct val="100000"/>
              </a:lnSpc>
            </a:pPr>
            <a:r>
              <a:rPr lang="en-US" sz="2000" b="1" u="none" strike="noStrike">
                <a:solidFill>
                  <a:schemeClr val="lt1"/>
                </a:solidFill>
                <a:effectLst/>
                <a:uFillTx/>
                <a:latin typeface="Times New Roman"/>
              </a:rPr>
              <a:t>(AN AUTONOMOUS INSTITUTION)</a:t>
            </a:r>
            <a:endParaRPr lang="en-IN" sz="2000" b="0" u="none" strike="noStrike">
              <a:solidFill>
                <a:srgbClr val="000000"/>
              </a:solidFill>
              <a:effectLst/>
              <a:uFillTx/>
              <a:latin typeface="Arial"/>
            </a:endParaRPr>
          </a:p>
        </p:txBody>
      </p:sp>
      <p:pic>
        <p:nvPicPr>
          <p:cNvPr id="235" name="Picture 22" descr="ppt-2.jpg"/>
          <p:cNvPicPr/>
          <p:nvPr/>
        </p:nvPicPr>
        <p:blipFill>
          <a:blip r:embed="rId3"/>
          <a:stretch/>
        </p:blipFill>
        <p:spPr>
          <a:xfrm>
            <a:off x="762480" y="6324120"/>
            <a:ext cx="11428920" cy="520920"/>
          </a:xfrm>
          <a:prstGeom prst="rect">
            <a:avLst/>
          </a:prstGeom>
          <a:noFill/>
          <a:ln w="9525">
            <a:noFill/>
          </a:ln>
        </p:spPr>
      </p:pic>
      <p:sp>
        <p:nvSpPr>
          <p:cNvPr id="236" name="Rectangle 45"/>
          <p:cNvSpPr/>
          <p:nvPr/>
        </p:nvSpPr>
        <p:spPr>
          <a:xfrm>
            <a:off x="172080" y="6324120"/>
            <a:ext cx="788760" cy="39456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spcAft>
                <a:spcPts val="601"/>
              </a:spcAft>
            </a:pPr>
            <a:r>
              <a:rPr lang="en-US" sz="2000" b="1" u="none" strike="noStrike">
                <a:solidFill>
                  <a:srgbClr val="960000"/>
                </a:solidFill>
                <a:effectLst/>
                <a:uFillTx/>
                <a:latin typeface="Times New Roman"/>
                <a:ea typeface="Aharoni"/>
              </a:rPr>
              <a:t>AIDS</a:t>
            </a:r>
            <a:endParaRPr lang="en-IN" sz="2000" b="0" u="none" strike="noStrike">
              <a:solidFill>
                <a:srgbClr val="000000"/>
              </a:solidFill>
              <a:effectLst/>
              <a:uFillTx/>
              <a:latin typeface="Arial"/>
            </a:endParaRPr>
          </a:p>
        </p:txBody>
      </p:sp>
      <p:sp>
        <p:nvSpPr>
          <p:cNvPr id="237" name=""/>
          <p:cNvSpPr/>
          <p:nvPr/>
        </p:nvSpPr>
        <p:spPr>
          <a:xfrm>
            <a:off x="2748240" y="900000"/>
            <a:ext cx="12011760" cy="760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4400" b="1" u="sng" strike="noStrike">
                <a:solidFill>
                  <a:schemeClr val="dk1"/>
                </a:solidFill>
                <a:effectLst/>
                <a:uFillTx/>
                <a:latin typeface="Maiandra GD"/>
              </a:rPr>
              <a:t>PATENT/APPLICATION</a:t>
            </a:r>
            <a:endParaRPr lang="en-IN" sz="4400" b="0" u="none" strike="noStrike">
              <a:solidFill>
                <a:srgbClr val="000000"/>
              </a:solidFill>
              <a:effectLst/>
              <a:uFillTx/>
              <a:latin typeface="Arial"/>
            </a:endParaRPr>
          </a:p>
        </p:txBody>
      </p:sp>
      <p:sp>
        <p:nvSpPr>
          <p:cNvPr id="238" name=""/>
          <p:cNvSpPr txBox="1"/>
          <p:nvPr/>
        </p:nvSpPr>
        <p:spPr>
          <a:xfrm>
            <a:off x="720000" y="1818720"/>
            <a:ext cx="10800000" cy="3761280"/>
          </a:xfrm>
          <a:prstGeom prst="rect">
            <a:avLst/>
          </a:prstGeom>
          <a:noFill/>
          <a:ln w="0">
            <a:noFill/>
          </a:ln>
        </p:spPr>
        <p:txBody>
          <a:bodyPr lIns="90000" tIns="45000" rIns="90000" bIns="45000" anchor="t">
            <a:spAutoFit/>
          </a:bodyPr>
          <a:p>
            <a:pPr marL="216000" indent="-216000">
              <a:spcBef>
                <a:spcPts val="1191"/>
              </a:spcBef>
              <a:spcAft>
                <a:spcPts val="992"/>
              </a:spcAft>
              <a:buClr>
                <a:srgbClr val="000000"/>
              </a:buClr>
              <a:buSzPct val="45000"/>
              <a:buFont typeface="Wingdings" charset="2"/>
              <a:buChar char=""/>
            </a:pPr>
            <a:r>
              <a:rPr lang="en-IN" sz="2200" b="1" u="none" strike="noStrike">
                <a:solidFill>
                  <a:srgbClr val="000000"/>
                </a:solidFill>
                <a:effectLst/>
                <a:uFillTx/>
                <a:latin typeface="Maiandra GD"/>
              </a:rPr>
              <a:t>EVChargeAI is a mobile application for smart and personalized EV charging recommendations.</a:t>
            </a:r>
            <a:endParaRPr lang="en-IN" sz="2200" b="1"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200" b="0" u="none" strike="noStrike">
                <a:solidFill>
                  <a:srgbClr val="000000"/>
                </a:solidFill>
                <a:effectLst/>
                <a:uFillTx/>
                <a:latin typeface="Maiandra GD"/>
              </a:rPr>
              <a:t>Collects EV details, battery SoC, location, destination, and charging preferences.</a:t>
            </a:r>
            <a:endParaRPr lang="en-IN" sz="22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200" b="0" u="none" strike="noStrike">
                <a:solidFill>
                  <a:srgbClr val="000000"/>
                </a:solidFill>
                <a:effectLst/>
                <a:uFillTx/>
                <a:latin typeface="Maiandra GD"/>
              </a:rPr>
              <a:t>Analyzes nearby charging stations, availability, distance, charging speed, and cost.</a:t>
            </a:r>
            <a:endParaRPr lang="en-IN" sz="22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200" b="0" u="none" strike="noStrike">
                <a:solidFill>
                  <a:srgbClr val="000000"/>
                </a:solidFill>
                <a:effectLst/>
                <a:uFillTx/>
                <a:latin typeface="Maiandra GD"/>
              </a:rPr>
              <a:t>Uses Machine Learning and Agentic AI to predict charging demand and recommend the best-suited station and charging time.</a:t>
            </a:r>
            <a:endParaRPr lang="en-IN" sz="22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200" b="0" u="none" strike="noStrike">
                <a:solidFill>
                  <a:srgbClr val="000000"/>
                </a:solidFill>
                <a:effectLst/>
                <a:uFillTx/>
                <a:latin typeface="Maiandra GD"/>
              </a:rPr>
              <a:t>Provides navigation, estimated charging cost, and real-time charging monitoring.</a:t>
            </a:r>
            <a:endParaRPr lang="en-IN"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pic>
        <p:nvPicPr>
          <p:cNvPr id="239" name="object 2" descr="C:\Users\CoE(R&amp;D)\Desktop\e7e9dfe5620e5de5ae00ef0344c08407.png"/>
          <p:cNvPicPr/>
          <p:nvPr/>
        </p:nvPicPr>
        <p:blipFill>
          <a:blip r:embed="rId1"/>
          <a:stretch/>
        </p:blipFill>
        <p:spPr>
          <a:xfrm>
            <a:off x="285840" y="352440"/>
            <a:ext cx="11400480" cy="603792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19</TotalTime>
  <Application>LibreOffice/26.2.6.3$Windows_X86_64 LibreOffice_project/8221e31b3ac356a1623c672912a3d2b492f7e3d1</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2026-09-02T14:00:22Z</dcterms:created>
  <dc:creator/>
  <dc:description/>
  <dc:language>en-IN</dc:language>
  <cp:lastModifiedBy/>
  <cp:lastPrinted>2026-09-28T18:04:34Z</cp:lastPrinted>
  <dcterms:modified xsi:type="dcterms:W3CDTF">2026-09-28T18:23:49Z</dcterms:modified>
  <cp:revision>157</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2026-09-01T00:00:00Z</vt:filetime>
  </property>
  <property fmtid="{D5CDD505-2E9C-101B-9397-08002B2CF9AE}" pid="4" name="Creator">
    <vt:lpwstr>Microsoft® PowerPoint® 2019</vt:lpwstr>
  </property>
  <property fmtid="{D5CDD505-2E9C-101B-9397-08002B2CF9AE}" pid="5" name="LastSaved">
    <vt:filetime>2026-09-02T00:00:00Z</vt:filetime>
  </property>
  <property fmtid="{D5CDD505-2E9C-101B-9397-08002B2CF9AE}" pid="6" name="PresentationFormat">
    <vt:lpwstr>Widescreen</vt:lpwstr>
  </property>
  <property fmtid="{D5CDD505-2E9C-101B-9397-08002B2CF9AE}" pid="7" name="Producer">
    <vt:lpwstr>Microsoft® PowerPoint® 2019</vt:lpwstr>
  </property>
  <property fmtid="{D5CDD505-2E9C-101B-9397-08002B2CF9AE}" pid="8" name="Slides">
    <vt:i4>12</vt:i4>
  </property>
</Properties>
</file>